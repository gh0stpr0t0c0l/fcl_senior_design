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2" r:id="rId6"/>
    <p:sldId id="263" r:id="rId7"/>
    <p:sldId id="268" r:id="rId8"/>
    <p:sldId id="265" r:id="rId9"/>
    <p:sldId id="26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C1645-25BF-4125-9DBD-47C0423EEB24}" v="129" dt="2025-11-21T14:23:35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y Schick" userId="b2b33ab7-3f5f-4057-91d3-3d23bb8ba623" providerId="ADAL" clId="{66F1D1D8-D949-446C-89A9-2E59F450A6BE}"/>
    <pc:docChg chg="modSld">
      <pc:chgData name="Brady Schick" userId="b2b33ab7-3f5f-4057-91d3-3d23bb8ba623" providerId="ADAL" clId="{66F1D1D8-D949-446C-89A9-2E59F450A6BE}" dt="2025-09-20T17:03:23.833" v="51"/>
      <pc:docMkLst>
        <pc:docMk/>
      </pc:docMkLst>
      <pc:sldChg chg="addSp modSp">
        <pc:chgData name="Brady Schick" userId="b2b33ab7-3f5f-4057-91d3-3d23bb8ba623" providerId="ADAL" clId="{66F1D1D8-D949-446C-89A9-2E59F450A6BE}" dt="2025-09-20T16:23:03.994" v="14"/>
        <pc:sldMkLst>
          <pc:docMk/>
          <pc:sldMk cId="4271143265" sldId="257"/>
        </pc:sldMkLst>
        <pc:spChg chg="add mod">
          <ac:chgData name="Brady Schick" userId="b2b33ab7-3f5f-4057-91d3-3d23bb8ba623" providerId="ADAL" clId="{66F1D1D8-D949-446C-89A9-2E59F450A6BE}" dt="2025-09-20T16:22:51.126" v="13"/>
          <ac:spMkLst>
            <pc:docMk/>
            <pc:sldMk cId="4271143265" sldId="257"/>
            <ac:spMk id="4" creationId="{BB41A901-9121-2A8F-E48F-E325A6F5159D}"/>
          </ac:spMkLst>
        </pc:spChg>
        <pc:spChg chg="add mod">
          <ac:chgData name="Brady Schick" userId="b2b33ab7-3f5f-4057-91d3-3d23bb8ba623" providerId="ADAL" clId="{66F1D1D8-D949-446C-89A9-2E59F450A6BE}" dt="2025-09-20T16:23:03.994" v="14"/>
          <ac:spMkLst>
            <pc:docMk/>
            <pc:sldMk cId="4271143265" sldId="257"/>
            <ac:spMk id="5" creationId="{265F00E9-D735-AF04-2D61-94F65B36D51C}"/>
          </ac:spMkLst>
        </pc:spChg>
      </pc:sldChg>
      <pc:sldChg chg="addSp modSp">
        <pc:chgData name="Brady Schick" userId="b2b33ab7-3f5f-4057-91d3-3d23bb8ba623" providerId="ADAL" clId="{66F1D1D8-D949-446C-89A9-2E59F450A6BE}" dt="2025-09-20T16:48:49.685" v="46"/>
        <pc:sldMkLst>
          <pc:docMk/>
          <pc:sldMk cId="1343786567" sldId="258"/>
        </pc:sldMkLst>
        <pc:spChg chg="add mod">
          <ac:chgData name="Brady Schick" userId="b2b33ab7-3f5f-4057-91d3-3d23bb8ba623" providerId="ADAL" clId="{66F1D1D8-D949-446C-89A9-2E59F450A6BE}" dt="2025-09-20T16:19:19.548" v="0"/>
          <ac:spMkLst>
            <pc:docMk/>
            <pc:sldMk cId="1343786567" sldId="258"/>
            <ac:spMk id="7" creationId="{9BA42286-B363-DF76-BC64-BF5571AAC905}"/>
          </ac:spMkLst>
        </pc:spChg>
        <pc:spChg chg="add mod">
          <ac:chgData name="Brady Schick" userId="b2b33ab7-3f5f-4057-91d3-3d23bb8ba623" providerId="ADAL" clId="{66F1D1D8-D949-446C-89A9-2E59F450A6BE}" dt="2025-09-20T16:19:19.838" v="1"/>
          <ac:spMkLst>
            <pc:docMk/>
            <pc:sldMk cId="1343786567" sldId="258"/>
            <ac:spMk id="8" creationId="{AC0C3396-95CA-30DB-097B-5B426018D2E5}"/>
          </ac:spMkLst>
        </pc:spChg>
        <pc:spChg chg="add mod">
          <ac:chgData name="Brady Schick" userId="b2b33ab7-3f5f-4057-91d3-3d23bb8ba623" providerId="ADAL" clId="{66F1D1D8-D949-446C-89A9-2E59F450A6BE}" dt="2025-09-20T16:19:20.129" v="2"/>
          <ac:spMkLst>
            <pc:docMk/>
            <pc:sldMk cId="1343786567" sldId="258"/>
            <ac:spMk id="9" creationId="{6814009D-8479-7D79-6A41-0C4A09EDF22D}"/>
          </ac:spMkLst>
        </pc:spChg>
        <pc:spChg chg="add mod">
          <ac:chgData name="Brady Schick" userId="b2b33ab7-3f5f-4057-91d3-3d23bb8ba623" providerId="ADAL" clId="{66F1D1D8-D949-446C-89A9-2E59F450A6BE}" dt="2025-09-20T16:19:20.657" v="3"/>
          <ac:spMkLst>
            <pc:docMk/>
            <pc:sldMk cId="1343786567" sldId="258"/>
            <ac:spMk id="10" creationId="{116CF671-FC1E-0E5D-609A-4F9F459290D1}"/>
          </ac:spMkLst>
        </pc:spChg>
        <pc:spChg chg="add mod">
          <ac:chgData name="Brady Schick" userId="b2b33ab7-3f5f-4057-91d3-3d23bb8ba623" providerId="ADAL" clId="{66F1D1D8-D949-446C-89A9-2E59F450A6BE}" dt="2025-09-20T16:19:20.826" v="4"/>
          <ac:spMkLst>
            <pc:docMk/>
            <pc:sldMk cId="1343786567" sldId="258"/>
            <ac:spMk id="11" creationId="{E46CB958-0718-F993-3D55-6CA6D80DAF69}"/>
          </ac:spMkLst>
        </pc:spChg>
        <pc:spChg chg="add mod">
          <ac:chgData name="Brady Schick" userId="b2b33ab7-3f5f-4057-91d3-3d23bb8ba623" providerId="ADAL" clId="{66F1D1D8-D949-446C-89A9-2E59F450A6BE}" dt="2025-09-20T16:20:13.285" v="5"/>
          <ac:spMkLst>
            <pc:docMk/>
            <pc:sldMk cId="1343786567" sldId="258"/>
            <ac:spMk id="12" creationId="{A29F5EC1-148D-7645-877C-B08CCD53AD73}"/>
          </ac:spMkLst>
        </pc:spChg>
        <pc:spChg chg="add mod">
          <ac:chgData name="Brady Schick" userId="b2b33ab7-3f5f-4057-91d3-3d23bb8ba623" providerId="ADAL" clId="{66F1D1D8-D949-446C-89A9-2E59F450A6BE}" dt="2025-09-20T16:21:02.451" v="6"/>
          <ac:spMkLst>
            <pc:docMk/>
            <pc:sldMk cId="1343786567" sldId="258"/>
            <ac:spMk id="13" creationId="{B568F542-76CD-9630-A7BF-6626FB79C6BA}"/>
          </ac:spMkLst>
        </pc:spChg>
        <pc:spChg chg="add mod">
          <ac:chgData name="Brady Schick" userId="b2b33ab7-3f5f-4057-91d3-3d23bb8ba623" providerId="ADAL" clId="{66F1D1D8-D949-446C-89A9-2E59F450A6BE}" dt="2025-09-20T16:21:02.741" v="7"/>
          <ac:spMkLst>
            <pc:docMk/>
            <pc:sldMk cId="1343786567" sldId="258"/>
            <ac:spMk id="14" creationId="{BAD11D63-B2EC-E092-9D15-D884265425FD}"/>
          </ac:spMkLst>
        </pc:spChg>
        <pc:spChg chg="add mod">
          <ac:chgData name="Brady Schick" userId="b2b33ab7-3f5f-4057-91d3-3d23bb8ba623" providerId="ADAL" clId="{66F1D1D8-D949-446C-89A9-2E59F450A6BE}" dt="2025-09-20T16:21:03" v="8"/>
          <ac:spMkLst>
            <pc:docMk/>
            <pc:sldMk cId="1343786567" sldId="258"/>
            <ac:spMk id="15" creationId="{7778E790-C610-C76F-CE0F-6436D04F655B}"/>
          </ac:spMkLst>
        </pc:spChg>
        <pc:spChg chg="add mod">
          <ac:chgData name="Brady Schick" userId="b2b33ab7-3f5f-4057-91d3-3d23bb8ba623" providerId="ADAL" clId="{66F1D1D8-D949-446C-89A9-2E59F450A6BE}" dt="2025-09-20T16:21:38.290" v="9"/>
          <ac:spMkLst>
            <pc:docMk/>
            <pc:sldMk cId="1343786567" sldId="258"/>
            <ac:spMk id="16" creationId="{B36CE7DF-1DFC-873C-D8BC-636ECF66942A}"/>
          </ac:spMkLst>
        </pc:spChg>
        <pc:spChg chg="add mod">
          <ac:chgData name="Brady Schick" userId="b2b33ab7-3f5f-4057-91d3-3d23bb8ba623" providerId="ADAL" clId="{66F1D1D8-D949-446C-89A9-2E59F450A6BE}" dt="2025-09-20T16:22:24.963" v="10"/>
          <ac:spMkLst>
            <pc:docMk/>
            <pc:sldMk cId="1343786567" sldId="258"/>
            <ac:spMk id="17" creationId="{0248B3EE-AFC3-375B-E1C0-6FCCB7A9695B}"/>
          </ac:spMkLst>
        </pc:spChg>
        <pc:spChg chg="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18" creationId="{252EE999-1C7C-7A72-DB29-13369B4F7AF6}"/>
          </ac:spMkLst>
        </pc:spChg>
        <pc:spChg chg="add 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19" creationId="{A47DEA48-6236-12E5-2A2B-7FBA1AC6666B}"/>
          </ac:spMkLst>
        </pc:spChg>
        <pc:spChg chg="add 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20" creationId="{33DD7D0D-E84C-1D2A-3CB8-F503B4919B5C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3" creationId="{65C2EF38-8B9D-B9CF-1637-2C5CA64CD0E1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4" creationId="{25C0AF80-2581-6270-3AA8-5C3CB4EA9832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5" creationId="{DDCDF900-D9B3-A88E-0E71-9E16D87ACFE3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4" creationId="{591B1A51-1F9C-4804-AE43-EC2DD43BF6EB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5" creationId="{868E05A8-7BA3-3D38-240B-A1B8D776EA31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6" creationId="{6FC1B34B-7989-BD6B-8FB4-FACBB6741F72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2" creationId="{D44C6F84-180E-E2F5-A88A-5DD2108E242B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3" creationId="{F0E544C7-EF5C-E45F-E1FB-387207A7E75B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4" creationId="{AE578948-0331-C566-7215-E6340684560A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59" creationId="{910A7200-0521-499C-E58D-C1F12F2A42DF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60" creationId="{623C2115-AAD2-E1C0-BFE3-B71CC032443B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61" creationId="{07B0C242-0C5B-36E5-957C-8546BEC58F0D}"/>
          </ac:spMkLst>
        </pc:spChg>
        <pc:spChg chg="add mod">
          <ac:chgData name="Brady Schick" userId="b2b33ab7-3f5f-4057-91d3-3d23bb8ba623" providerId="ADAL" clId="{66F1D1D8-D949-446C-89A9-2E59F450A6BE}" dt="2025-09-20T16:34:01.759" v="28"/>
          <ac:spMkLst>
            <pc:docMk/>
            <pc:sldMk cId="1343786567" sldId="258"/>
            <ac:spMk id="65" creationId="{8FB02A05-7524-896B-238B-688AD16B3BC0}"/>
          </ac:spMkLst>
        </pc:spChg>
        <pc:spChg chg="add mod">
          <ac:chgData name="Brady Schick" userId="b2b33ab7-3f5f-4057-91d3-3d23bb8ba623" providerId="ADAL" clId="{66F1D1D8-D949-446C-89A9-2E59F450A6BE}" dt="2025-09-20T16:34:37.318" v="29"/>
          <ac:spMkLst>
            <pc:docMk/>
            <pc:sldMk cId="1343786567" sldId="258"/>
            <ac:spMk id="68" creationId="{FB347E85-1E53-CB1C-F81D-CDD7EE376199}"/>
          </ac:spMkLst>
        </pc:spChg>
        <pc:spChg chg="add mod">
          <ac:chgData name="Brady Schick" userId="b2b33ab7-3f5f-4057-91d3-3d23bb8ba623" providerId="ADAL" clId="{66F1D1D8-D949-446C-89A9-2E59F450A6BE}" dt="2025-09-20T16:39:49.569" v="32"/>
          <ac:spMkLst>
            <pc:docMk/>
            <pc:sldMk cId="1343786567" sldId="258"/>
            <ac:spMk id="102" creationId="{411D6702-13C5-3B14-80F7-4EA8C74DCF00}"/>
          </ac:spMkLst>
        </pc:spChg>
        <pc:spChg chg="add mod">
          <ac:chgData name="Brady Schick" userId="b2b33ab7-3f5f-4057-91d3-3d23bb8ba623" providerId="ADAL" clId="{66F1D1D8-D949-446C-89A9-2E59F450A6BE}" dt="2025-09-20T16:40:16.657" v="33"/>
          <ac:spMkLst>
            <pc:docMk/>
            <pc:sldMk cId="1343786567" sldId="258"/>
            <ac:spMk id="103" creationId="{8C20C2E6-ECF4-7E23-E4D7-0089D28723AF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5" creationId="{8E1F5CDD-5B6A-DB91-DB71-DA322A85DFEF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6" creationId="{83DD6B58-B30C-8B4F-3834-DEDADCA176C0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7" creationId="{EE5DC316-9B90-0469-2DB3-17F8964518FA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2" creationId="{6743DC4A-ADBC-E421-249D-F028AF6BFADC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3" creationId="{B38EAC4B-2737-F97D-CEDB-F73ADFD52158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4" creationId="{9F05655E-72CA-C63B-0AF3-A67D5D3E2E48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7" creationId="{BFA27087-48A7-D879-F14E-049D7E5D6715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8" creationId="{4963F74E-F375-6EC2-4720-97A10283DE33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9" creationId="{FEAB68CB-52DE-6342-676F-F2021A668C65}"/>
          </ac:spMkLst>
        </pc:spChg>
        <pc:spChg chg="add mod">
          <ac:chgData name="Brady Schick" userId="b2b33ab7-3f5f-4057-91d3-3d23bb8ba623" providerId="ADAL" clId="{66F1D1D8-D949-446C-89A9-2E59F450A6BE}" dt="2025-09-20T16:44:16.077" v="37"/>
          <ac:spMkLst>
            <pc:docMk/>
            <pc:sldMk cId="1343786567" sldId="258"/>
            <ac:spMk id="141" creationId="{70053456-76EA-3943-CC3C-074D80E0EE69}"/>
          </ac:spMkLst>
        </pc:spChg>
        <pc:spChg chg="add mod">
          <ac:chgData name="Brady Schick" userId="b2b33ab7-3f5f-4057-91d3-3d23bb8ba623" providerId="ADAL" clId="{66F1D1D8-D949-446C-89A9-2E59F450A6BE}" dt="2025-09-20T16:46:20.004" v="43" actId="767"/>
          <ac:spMkLst>
            <pc:docMk/>
            <pc:sldMk cId="1343786567" sldId="258"/>
            <ac:spMk id="152" creationId="{A8069555-1591-6672-747E-4DCBAFF0C1FE}"/>
          </ac:spMkLst>
        </pc:spChg>
        <pc:spChg chg="add mod">
          <ac:chgData name="Brady Schick" userId="b2b33ab7-3f5f-4057-91d3-3d23bb8ba623" providerId="ADAL" clId="{66F1D1D8-D949-446C-89A9-2E59F450A6BE}" dt="2025-09-20T16:47:19.420" v="44"/>
          <ac:spMkLst>
            <pc:docMk/>
            <pc:sldMk cId="1343786567" sldId="258"/>
            <ac:spMk id="153" creationId="{AB57F696-517B-2209-5073-4E1BC2E10EA3}"/>
          </ac:spMkLst>
        </pc:spChg>
        <pc:spChg chg="add mod">
          <ac:chgData name="Brady Schick" userId="b2b33ab7-3f5f-4057-91d3-3d23bb8ba623" providerId="ADAL" clId="{66F1D1D8-D949-446C-89A9-2E59F450A6BE}" dt="2025-09-20T16:48:21.552" v="45"/>
          <ac:spMkLst>
            <pc:docMk/>
            <pc:sldMk cId="1343786567" sldId="258"/>
            <ac:spMk id="154" creationId="{48BB7206-DB55-EF8C-E128-23F53EF41C5B}"/>
          </ac:spMkLst>
        </pc:spChg>
        <pc:spChg chg="add mod">
          <ac:chgData name="Brady Schick" userId="b2b33ab7-3f5f-4057-91d3-3d23bb8ba623" providerId="ADAL" clId="{66F1D1D8-D949-446C-89A9-2E59F450A6BE}" dt="2025-09-20T16:48:49.685" v="46"/>
          <ac:spMkLst>
            <pc:docMk/>
            <pc:sldMk cId="1343786567" sldId="258"/>
            <ac:spMk id="155" creationId="{C39DF2C8-D6D2-FEB1-3A73-AEFC70AC5636}"/>
          </ac:spMkLst>
        </pc:spChg>
        <pc:grpChg chg="add mod">
          <ac:chgData name="Brady Schick" userId="b2b33ab7-3f5f-4057-91d3-3d23bb8ba623" providerId="ADAL" clId="{66F1D1D8-D949-446C-89A9-2E59F450A6BE}" dt="2025-09-20T16:28:40.404" v="23" actId="164"/>
          <ac:grpSpMkLst>
            <pc:docMk/>
            <pc:sldMk cId="1343786567" sldId="258"/>
            <ac:grpSpMk id="21" creationId="{B40A2BBF-75F9-7C12-1DE7-CEE4392DEABE}"/>
          </ac:grpSpMkLst>
        </pc:grpChg>
        <pc:grpChg chg="add mod">
          <ac:chgData name="Brady Schick" userId="b2b33ab7-3f5f-4057-91d3-3d23bb8ba623" providerId="ADAL" clId="{66F1D1D8-D949-446C-89A9-2E59F450A6BE}" dt="2025-09-20T16:28:52.876" v="24"/>
          <ac:grpSpMkLst>
            <pc:docMk/>
            <pc:sldMk cId="1343786567" sldId="258"/>
            <ac:grpSpMk id="22" creationId="{54B15539-2073-15B7-6111-363B8E86DECB}"/>
          </ac:grpSpMkLst>
        </pc:grpChg>
        <pc:grpChg chg="add mod">
          <ac:chgData name="Brady Schick" userId="b2b33ab7-3f5f-4057-91d3-3d23bb8ba623" providerId="ADAL" clId="{66F1D1D8-D949-446C-89A9-2E59F450A6BE}" dt="2025-09-20T16:32:19.076" v="25"/>
          <ac:grpSpMkLst>
            <pc:docMk/>
            <pc:sldMk cId="1343786567" sldId="258"/>
            <ac:grpSpMk id="43" creationId="{C589BF6D-1890-4D0E-ABBF-5CD79865BD60}"/>
          </ac:grpSpMkLst>
        </pc:grpChg>
        <pc:grpChg chg="add mod">
          <ac:chgData name="Brady Schick" userId="b2b33ab7-3f5f-4057-91d3-3d23bb8ba623" providerId="ADAL" clId="{66F1D1D8-D949-446C-89A9-2E59F450A6BE}" dt="2025-09-20T16:32:47.792" v="26"/>
          <ac:grpSpMkLst>
            <pc:docMk/>
            <pc:sldMk cId="1343786567" sldId="258"/>
            <ac:grpSpMk id="51" creationId="{571BB130-248D-34BF-BC9E-1A604A1B495E}"/>
          </ac:grpSpMkLst>
        </pc:grpChg>
        <pc:grpChg chg="add mod">
          <ac:chgData name="Brady Schick" userId="b2b33ab7-3f5f-4057-91d3-3d23bb8ba623" providerId="ADAL" clId="{66F1D1D8-D949-446C-89A9-2E59F450A6BE}" dt="2025-09-20T16:33:30.911" v="27"/>
          <ac:grpSpMkLst>
            <pc:docMk/>
            <pc:sldMk cId="1343786567" sldId="258"/>
            <ac:grpSpMk id="58" creationId="{A71DC8F1-6ABC-F53F-0488-CB1F9F7E3B1D}"/>
          </ac:grpSpMkLst>
        </pc:grpChg>
        <pc:grpChg chg="add mod">
          <ac:chgData name="Brady Schick" userId="b2b33ab7-3f5f-4057-91d3-3d23bb8ba623" providerId="ADAL" clId="{66F1D1D8-D949-446C-89A9-2E59F450A6BE}" dt="2025-09-20T16:41:41.071" v="34"/>
          <ac:grpSpMkLst>
            <pc:docMk/>
            <pc:sldMk cId="1343786567" sldId="258"/>
            <ac:grpSpMk id="104" creationId="{62480324-6FA6-F175-A6B9-805EE19A43D8}"/>
          </ac:grpSpMkLst>
        </pc:grpChg>
        <pc:grpChg chg="add mod">
          <ac:chgData name="Brady Schick" userId="b2b33ab7-3f5f-4057-91d3-3d23bb8ba623" providerId="ADAL" clId="{66F1D1D8-D949-446C-89A9-2E59F450A6BE}" dt="2025-09-20T16:41:46.693" v="35"/>
          <ac:grpSpMkLst>
            <pc:docMk/>
            <pc:sldMk cId="1343786567" sldId="258"/>
            <ac:grpSpMk id="111" creationId="{29285013-55DC-CB40-8D2F-005D369EE96D}"/>
          </ac:grpSpMkLst>
        </pc:grpChg>
        <pc:grpChg chg="add mod">
          <ac:chgData name="Brady Schick" userId="b2b33ab7-3f5f-4057-91d3-3d23bb8ba623" providerId="ADAL" clId="{66F1D1D8-D949-446C-89A9-2E59F450A6BE}" dt="2025-09-20T16:43:04.412" v="36"/>
          <ac:grpSpMkLst>
            <pc:docMk/>
            <pc:sldMk cId="1343786567" sldId="258"/>
            <ac:grpSpMk id="126" creationId="{ADC304AC-11E0-C964-FFF3-9B06DCB9BD8B}"/>
          </ac:grpSpMkLst>
        </pc:grpChg>
        <pc:cxnChg chg="add mod">
          <ac:chgData name="Brady Schick" userId="b2b33ab7-3f5f-4057-91d3-3d23bb8ba623" providerId="ADAL" clId="{66F1D1D8-D949-446C-89A9-2E59F450A6BE}" dt="2025-09-20T16:32:19.076" v="25"/>
          <ac:cxnSpMkLst>
            <pc:docMk/>
            <pc:sldMk cId="1343786567" sldId="258"/>
            <ac:cxnSpMk id="47" creationId="{9F729FC1-2BEF-D985-89CB-E0C3B81AFD1B}"/>
          </ac:cxnSpMkLst>
        </pc:cxnChg>
        <pc:cxnChg chg="add mod">
          <ac:chgData name="Brady Schick" userId="b2b33ab7-3f5f-4057-91d3-3d23bb8ba623" providerId="ADAL" clId="{66F1D1D8-D949-446C-89A9-2E59F450A6BE}" dt="2025-09-20T16:32:19.076" v="25"/>
          <ac:cxnSpMkLst>
            <pc:docMk/>
            <pc:sldMk cId="1343786567" sldId="258"/>
            <ac:cxnSpMk id="48" creationId="{B9BF8628-0F4A-726F-6107-3BB8A5382AE3}"/>
          </ac:cxnSpMkLst>
        </pc:cxnChg>
        <pc:cxnChg chg="add mod">
          <ac:chgData name="Brady Schick" userId="b2b33ab7-3f5f-4057-91d3-3d23bb8ba623" providerId="ADAL" clId="{66F1D1D8-D949-446C-89A9-2E59F450A6BE}" dt="2025-09-20T16:32:47.792" v="26"/>
          <ac:cxnSpMkLst>
            <pc:docMk/>
            <pc:sldMk cId="1343786567" sldId="258"/>
            <ac:cxnSpMk id="55" creationId="{3967BFBE-4F2E-9B63-146D-22ED72E3ABC2}"/>
          </ac:cxnSpMkLst>
        </pc:cxnChg>
        <pc:cxnChg chg="add mod">
          <ac:chgData name="Brady Schick" userId="b2b33ab7-3f5f-4057-91d3-3d23bb8ba623" providerId="ADAL" clId="{66F1D1D8-D949-446C-89A9-2E59F450A6BE}" dt="2025-09-20T16:32:47.792" v="26"/>
          <ac:cxnSpMkLst>
            <pc:docMk/>
            <pc:sldMk cId="1343786567" sldId="258"/>
            <ac:cxnSpMk id="56" creationId="{647FFE0F-F2C8-4F4F-F19C-5109F5FA26EE}"/>
          </ac:cxnSpMkLst>
        </pc:cxnChg>
        <pc:cxnChg chg="add mod">
          <ac:chgData name="Brady Schick" userId="b2b33ab7-3f5f-4057-91d3-3d23bb8ba623" providerId="ADAL" clId="{66F1D1D8-D949-446C-89A9-2E59F450A6BE}" dt="2025-09-20T16:33:30.911" v="27"/>
          <ac:cxnSpMkLst>
            <pc:docMk/>
            <pc:sldMk cId="1343786567" sldId="258"/>
            <ac:cxnSpMk id="62" creationId="{64A61392-C77A-55C5-A87B-3B5085F712DE}"/>
          </ac:cxnSpMkLst>
        </pc:cxnChg>
        <pc:cxnChg chg="add mod">
          <ac:chgData name="Brady Schick" userId="b2b33ab7-3f5f-4057-91d3-3d23bb8ba623" providerId="ADAL" clId="{66F1D1D8-D949-446C-89A9-2E59F450A6BE}" dt="2025-09-20T16:33:30.911" v="27"/>
          <ac:cxnSpMkLst>
            <pc:docMk/>
            <pc:sldMk cId="1343786567" sldId="258"/>
            <ac:cxnSpMk id="63" creationId="{4F6606D8-A1B4-0396-08B0-F44AF9AF84A2}"/>
          </ac:cxnSpMkLst>
        </pc:cxnChg>
        <pc:cxnChg chg="add mod">
          <ac:chgData name="Brady Schick" userId="b2b33ab7-3f5f-4057-91d3-3d23bb8ba623" providerId="ADAL" clId="{66F1D1D8-D949-446C-89A9-2E59F450A6BE}" dt="2025-09-20T16:38:19.746" v="30"/>
          <ac:cxnSpMkLst>
            <pc:docMk/>
            <pc:sldMk cId="1343786567" sldId="258"/>
            <ac:cxnSpMk id="91" creationId="{2F6B9A5F-24CF-FFD9-32B1-7706B6165BE6}"/>
          </ac:cxnSpMkLst>
        </pc:cxnChg>
        <pc:cxnChg chg="add mod">
          <ac:chgData name="Brady Schick" userId="b2b33ab7-3f5f-4057-91d3-3d23bb8ba623" providerId="ADAL" clId="{66F1D1D8-D949-446C-89A9-2E59F450A6BE}" dt="2025-09-20T16:38:48.950" v="31"/>
          <ac:cxnSpMkLst>
            <pc:docMk/>
            <pc:sldMk cId="1343786567" sldId="258"/>
            <ac:cxnSpMk id="95" creationId="{DCC3044C-18F6-146C-1956-923C302D5BD8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08" creationId="{2E7D97A6-CBA3-741F-1E94-D8C89E92E81D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09" creationId="{C74501C5-47FB-F90D-9EF3-4E970FEBC63B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10" creationId="{BB41E22F-7055-9CDF-B7B1-D21A073856FB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5" creationId="{2B0C02DD-AB4D-018D-F43E-B42DFA7027E0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6" creationId="{BF6E34C0-2B3E-3895-DB22-FD5E9C22EFC1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7" creationId="{44833A9C-90BA-09AA-671E-8E3D7E0ADEA8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0" creationId="{0215D43B-2D6E-D4B5-6776-E9666218BFFD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1" creationId="{8A0B8A40-4C5D-C8CE-DC82-C0E282621C44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2" creationId="{014548B0-2609-41C9-3EC0-60DEA407706D}"/>
          </ac:cxnSpMkLst>
        </pc:cxnChg>
        <pc:cxnChg chg="add mod">
          <ac:chgData name="Brady Schick" userId="b2b33ab7-3f5f-4057-91d3-3d23bb8ba623" providerId="ADAL" clId="{66F1D1D8-D949-446C-89A9-2E59F450A6BE}" dt="2025-09-20T16:45:01.754" v="38"/>
          <ac:cxnSpMkLst>
            <pc:docMk/>
            <pc:sldMk cId="1343786567" sldId="258"/>
            <ac:cxnSpMk id="142" creationId="{AA5094AE-A712-7231-9389-E797B7E1BF5A}"/>
          </ac:cxnSpMkLst>
        </pc:cxnChg>
        <pc:cxnChg chg="add mod">
          <ac:chgData name="Brady Schick" userId="b2b33ab7-3f5f-4057-91d3-3d23bb8ba623" providerId="ADAL" clId="{66F1D1D8-D949-446C-89A9-2E59F450A6BE}" dt="2025-09-20T16:45:10.346" v="39"/>
          <ac:cxnSpMkLst>
            <pc:docMk/>
            <pc:sldMk cId="1343786567" sldId="258"/>
            <ac:cxnSpMk id="144" creationId="{2DDA7981-11BC-0B8B-20AD-943BCF3B730E}"/>
          </ac:cxnSpMkLst>
        </pc:cxnChg>
        <pc:cxnChg chg="add mod">
          <ac:chgData name="Brady Schick" userId="b2b33ab7-3f5f-4057-91d3-3d23bb8ba623" providerId="ADAL" clId="{66F1D1D8-D949-446C-89A9-2E59F450A6BE}" dt="2025-09-20T16:45:16.137" v="40"/>
          <ac:cxnSpMkLst>
            <pc:docMk/>
            <pc:sldMk cId="1343786567" sldId="258"/>
            <ac:cxnSpMk id="145" creationId="{C3C875EB-DF81-6EA9-4D8B-DEFB220C82E7}"/>
          </ac:cxnSpMkLst>
        </pc:cxnChg>
        <pc:cxnChg chg="add mod">
          <ac:chgData name="Brady Schick" userId="b2b33ab7-3f5f-4057-91d3-3d23bb8ba623" providerId="ADAL" clId="{66F1D1D8-D949-446C-89A9-2E59F450A6BE}" dt="2025-09-20T16:45:27.631" v="41"/>
          <ac:cxnSpMkLst>
            <pc:docMk/>
            <pc:sldMk cId="1343786567" sldId="258"/>
            <ac:cxnSpMk id="146" creationId="{1B1C07E1-7E77-C8C6-BE83-8C424E658BA9}"/>
          </ac:cxnSpMkLst>
        </pc:cxnChg>
        <pc:cxnChg chg="add mod">
          <ac:chgData name="Brady Schick" userId="b2b33ab7-3f5f-4057-91d3-3d23bb8ba623" providerId="ADAL" clId="{66F1D1D8-D949-446C-89A9-2E59F450A6BE}" dt="2025-09-20T16:45:27.631" v="41"/>
          <ac:cxnSpMkLst>
            <pc:docMk/>
            <pc:sldMk cId="1343786567" sldId="258"/>
            <ac:cxnSpMk id="147" creationId="{1704B7C7-A94B-AAD4-748F-8CA933E63DA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48" creationId="{EDDFFA7E-B640-A6F1-45D4-EA5A25FE28B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49" creationId="{D50DBAAA-74F3-6472-E687-FE65F89D6E7E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50" creationId="{68B876D4-1E4C-0FD1-AF73-6C4E09BF4E6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51" creationId="{EA3204A2-FA1B-DE7B-FAB2-AE0B9A1414B9}"/>
          </ac:cxnSpMkLst>
        </pc:cxnChg>
      </pc:sldChg>
      <pc:sldChg chg="addSp modSp">
        <pc:chgData name="Brady Schick" userId="b2b33ab7-3f5f-4057-91d3-3d23bb8ba623" providerId="ADAL" clId="{66F1D1D8-D949-446C-89A9-2E59F450A6BE}" dt="2025-09-20T16:22:35.808" v="12"/>
        <pc:sldMkLst>
          <pc:docMk/>
          <pc:sldMk cId="1694531136" sldId="259"/>
        </pc:sldMkLst>
        <pc:spChg chg="add mod">
          <ac:chgData name="Brady Schick" userId="b2b33ab7-3f5f-4057-91d3-3d23bb8ba623" providerId="ADAL" clId="{66F1D1D8-D949-446C-89A9-2E59F450A6BE}" dt="2025-09-20T16:22:27.743" v="11"/>
          <ac:spMkLst>
            <pc:docMk/>
            <pc:sldMk cId="1694531136" sldId="259"/>
            <ac:spMk id="3" creationId="{997C414C-5083-EEDF-70AF-E739F0D715EC}"/>
          </ac:spMkLst>
        </pc:spChg>
        <pc:spChg chg="add mod">
          <ac:chgData name="Brady Schick" userId="b2b33ab7-3f5f-4057-91d3-3d23bb8ba623" providerId="ADAL" clId="{66F1D1D8-D949-446C-89A9-2E59F450A6BE}" dt="2025-09-20T16:22:35.808" v="12"/>
          <ac:spMkLst>
            <pc:docMk/>
            <pc:sldMk cId="1694531136" sldId="259"/>
            <ac:spMk id="4" creationId="{FD67B506-00DC-AAAB-3816-96F4854632FB}"/>
          </ac:spMkLst>
        </pc:spChg>
      </pc:sldChg>
      <pc:sldChg chg="addSp modSp">
        <pc:chgData name="Brady Schick" userId="b2b33ab7-3f5f-4057-91d3-3d23bb8ba623" providerId="ADAL" clId="{66F1D1D8-D949-446C-89A9-2E59F450A6BE}" dt="2025-09-20T16:57:47.069" v="48"/>
        <pc:sldMkLst>
          <pc:docMk/>
          <pc:sldMk cId="787159320" sldId="261"/>
        </pc:sldMkLst>
        <pc:spChg chg="add mod">
          <ac:chgData name="Brady Schick" userId="b2b33ab7-3f5f-4057-91d3-3d23bb8ba623" providerId="ADAL" clId="{66F1D1D8-D949-446C-89A9-2E59F450A6BE}" dt="2025-09-20T16:23:48.122" v="20"/>
          <ac:spMkLst>
            <pc:docMk/>
            <pc:sldMk cId="787159320" sldId="261"/>
            <ac:spMk id="3" creationId="{DE7EC7CB-2945-C1A2-881D-08A5DD922239}"/>
          </ac:spMkLst>
        </pc:spChg>
        <pc:spChg chg="add mod">
          <ac:chgData name="Brady Schick" userId="b2b33ab7-3f5f-4057-91d3-3d23bb8ba623" providerId="ADAL" clId="{66F1D1D8-D949-446C-89A9-2E59F450A6BE}" dt="2025-09-20T16:57:47.069" v="48"/>
          <ac:spMkLst>
            <pc:docMk/>
            <pc:sldMk cId="787159320" sldId="261"/>
            <ac:spMk id="4" creationId="{8EB722CB-98DF-DDEF-3252-E6CF97D49E1C}"/>
          </ac:spMkLst>
        </pc:spChg>
      </pc:sldChg>
      <pc:sldChg chg="addSp modSp">
        <pc:chgData name="Brady Schick" userId="b2b33ab7-3f5f-4057-91d3-3d23bb8ba623" providerId="ADAL" clId="{66F1D1D8-D949-446C-89A9-2E59F450A6BE}" dt="2025-09-20T16:23:07.729" v="16"/>
        <pc:sldMkLst>
          <pc:docMk/>
          <pc:sldMk cId="3688677983" sldId="262"/>
        </pc:sldMkLst>
        <pc:spChg chg="add mod">
          <ac:chgData name="Brady Schick" userId="b2b33ab7-3f5f-4057-91d3-3d23bb8ba623" providerId="ADAL" clId="{66F1D1D8-D949-446C-89A9-2E59F450A6BE}" dt="2025-09-20T16:23:07.729" v="16"/>
          <ac:spMkLst>
            <pc:docMk/>
            <pc:sldMk cId="3688677983" sldId="262"/>
            <ac:spMk id="4" creationId="{D73BAE20-D9A2-DD2C-9C19-F846D4D58876}"/>
          </ac:spMkLst>
        </pc:spChg>
      </pc:sldChg>
      <pc:sldChg chg="addSp modSp">
        <pc:chgData name="Brady Schick" userId="b2b33ab7-3f5f-4057-91d3-3d23bb8ba623" providerId="ADAL" clId="{66F1D1D8-D949-446C-89A9-2E59F450A6BE}" dt="2025-09-20T16:23:09.099" v="17"/>
        <pc:sldMkLst>
          <pc:docMk/>
          <pc:sldMk cId="9716602" sldId="263"/>
        </pc:sldMkLst>
        <pc:spChg chg="add mod">
          <ac:chgData name="Brady Schick" userId="b2b33ab7-3f5f-4057-91d3-3d23bb8ba623" providerId="ADAL" clId="{66F1D1D8-D949-446C-89A9-2E59F450A6BE}" dt="2025-09-20T16:23:09.099" v="17"/>
          <ac:spMkLst>
            <pc:docMk/>
            <pc:sldMk cId="9716602" sldId="263"/>
            <ac:spMk id="4" creationId="{D93762C4-0E9A-8A85-6E79-6E66DE4A72A5}"/>
          </ac:spMkLst>
        </pc:spChg>
      </pc:sldChg>
      <pc:sldChg chg="addSp modSp">
        <pc:chgData name="Brady Schick" userId="b2b33ab7-3f5f-4057-91d3-3d23bb8ba623" providerId="ADAL" clId="{66F1D1D8-D949-446C-89A9-2E59F450A6BE}" dt="2025-09-20T16:23:05.414" v="15"/>
        <pc:sldMkLst>
          <pc:docMk/>
          <pc:sldMk cId="3399213682" sldId="264"/>
        </pc:sldMkLst>
        <pc:spChg chg="add mod">
          <ac:chgData name="Brady Schick" userId="b2b33ab7-3f5f-4057-91d3-3d23bb8ba623" providerId="ADAL" clId="{66F1D1D8-D949-446C-89A9-2E59F450A6BE}" dt="2025-09-20T16:23:05.414" v="15"/>
          <ac:spMkLst>
            <pc:docMk/>
            <pc:sldMk cId="3399213682" sldId="264"/>
            <ac:spMk id="4" creationId="{B5F9794C-4384-8E46-2553-7DAD372C7E89}"/>
          </ac:spMkLst>
        </pc:spChg>
      </pc:sldChg>
      <pc:sldChg chg="addSp modSp">
        <pc:chgData name="Brady Schick" userId="b2b33ab7-3f5f-4057-91d3-3d23bb8ba623" providerId="ADAL" clId="{66F1D1D8-D949-446C-89A9-2E59F450A6BE}" dt="2025-09-20T16:23:12.126" v="18"/>
        <pc:sldMkLst>
          <pc:docMk/>
          <pc:sldMk cId="92075563" sldId="265"/>
        </pc:sldMkLst>
        <pc:spChg chg="add mod">
          <ac:chgData name="Brady Schick" userId="b2b33ab7-3f5f-4057-91d3-3d23bb8ba623" providerId="ADAL" clId="{66F1D1D8-D949-446C-89A9-2E59F450A6BE}" dt="2025-09-20T16:23:12.126" v="18"/>
          <ac:spMkLst>
            <pc:docMk/>
            <pc:sldMk cId="92075563" sldId="265"/>
            <ac:spMk id="4" creationId="{B6299D0C-4F8A-C496-A5FA-66C0641BA50A}"/>
          </ac:spMkLst>
        </pc:spChg>
      </pc:sldChg>
      <pc:sldChg chg="addSp modSp">
        <pc:chgData name="Brady Schick" userId="b2b33ab7-3f5f-4057-91d3-3d23bb8ba623" providerId="ADAL" clId="{66F1D1D8-D949-446C-89A9-2E59F450A6BE}" dt="2025-09-20T17:03:23.833" v="51"/>
        <pc:sldMkLst>
          <pc:docMk/>
          <pc:sldMk cId="3786574737" sldId="267"/>
        </pc:sldMkLst>
        <pc:spChg chg="mod">
          <ac:chgData name="Brady Schick" userId="b2b33ab7-3f5f-4057-91d3-3d23bb8ba623" providerId="ADAL" clId="{66F1D1D8-D949-446C-89A9-2E59F450A6BE}" dt="2025-09-20T17:03:23.833" v="51"/>
          <ac:spMkLst>
            <pc:docMk/>
            <pc:sldMk cId="3786574737" sldId="267"/>
            <ac:spMk id="3" creationId="{6D5E60D6-9EBD-1A61-B20C-576B5403A52F}"/>
          </ac:spMkLst>
        </pc:spChg>
        <pc:spChg chg="add mod">
          <ac:chgData name="Brady Schick" userId="b2b33ab7-3f5f-4057-91d3-3d23bb8ba623" providerId="ADAL" clId="{66F1D1D8-D949-446C-89A9-2E59F450A6BE}" dt="2025-09-20T16:23:33.651" v="19"/>
          <ac:spMkLst>
            <pc:docMk/>
            <pc:sldMk cId="3786574737" sldId="267"/>
            <ac:spMk id="4" creationId="{1BEF1A3B-3AC3-E83A-4355-90EFAFAABFA0}"/>
          </ac:spMkLst>
        </pc:spChg>
      </pc:sldChg>
    </pc:docChg>
  </pc:docChgLst>
  <pc:docChgLst>
    <pc:chgData name="Brady Schick" userId="b2b33ab7-3f5f-4057-91d3-3d23bb8ba623" providerId="ADAL" clId="{119C1645-25BF-4125-9DBD-47C0423EEB24}"/>
    <pc:docChg chg="custSel addSld modSld">
      <pc:chgData name="Brady Schick" userId="b2b33ab7-3f5f-4057-91d3-3d23bb8ba623" providerId="ADAL" clId="{119C1645-25BF-4125-9DBD-47C0423EEB24}" dt="2025-11-21T14:23:58.217" v="934" actId="6549"/>
      <pc:docMkLst>
        <pc:docMk/>
      </pc:docMkLst>
      <pc:sldChg chg="modSp mod">
        <pc:chgData name="Brady Schick" userId="b2b33ab7-3f5f-4057-91d3-3d23bb8ba623" providerId="ADAL" clId="{119C1645-25BF-4125-9DBD-47C0423EEB24}" dt="2025-10-02T19:14:21.614" v="534" actId="6549"/>
        <pc:sldMkLst>
          <pc:docMk/>
          <pc:sldMk cId="4271143265" sldId="257"/>
        </pc:sldMkLst>
        <pc:spChg chg="mod">
          <ac:chgData name="Brady Schick" userId="b2b33ab7-3f5f-4057-91d3-3d23bb8ba623" providerId="ADAL" clId="{119C1645-25BF-4125-9DBD-47C0423EEB24}" dt="2025-10-02T19:14:21.614" v="534" actId="6549"/>
          <ac:spMkLst>
            <pc:docMk/>
            <pc:sldMk cId="4271143265" sldId="257"/>
            <ac:spMk id="3" creationId="{6D5E60D6-9EBD-1A61-B20C-576B5403A52F}"/>
          </ac:spMkLst>
        </pc:spChg>
      </pc:sldChg>
      <pc:sldChg chg="addSp modSp mod">
        <pc:chgData name="Brady Schick" userId="b2b33ab7-3f5f-4057-91d3-3d23bb8ba623" providerId="ADAL" clId="{119C1645-25BF-4125-9DBD-47C0423EEB24}" dt="2025-10-27T13:34:40.363" v="870" actId="1036"/>
        <pc:sldMkLst>
          <pc:docMk/>
          <pc:sldMk cId="1343786567" sldId="258"/>
        </pc:sldMkLst>
        <pc:spChg chg="add 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2" creationId="{62FEA2C2-4AB9-7EDB-3F13-9FA6E36E9862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3" creationId="{3B1FF5EB-2BC9-C328-43F3-F3AD2B2D8C7C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6" creationId="{42B021F0-E2AB-0CF0-B307-02686C5871C4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7" creationId="{9BA42286-B363-DF76-BC64-BF5571AAC905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8" creationId="{AC0C3396-95CA-30DB-097B-5B426018D2E5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9" creationId="{6814009D-8479-7D79-6A41-0C4A09EDF22D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0" creationId="{116CF671-FC1E-0E5D-609A-4F9F459290D1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1" creationId="{E46CB958-0718-F993-3D55-6CA6D80DAF69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2" creationId="{A29F5EC1-148D-7645-877C-B08CCD53AD73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3" creationId="{B568F542-76CD-9630-A7BF-6626FB79C6BA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4" creationId="{BAD11D63-B2EC-E092-9D15-D884265425FD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5" creationId="{7778E790-C610-C76F-CE0F-6436D04F655B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6" creationId="{B36CE7DF-1DFC-873C-D8BC-636ECF66942A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65" creationId="{8FB02A05-7524-896B-238B-688AD16B3BC0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68" creationId="{FB347E85-1E53-CB1C-F81D-CDD7EE376199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02" creationId="{411D6702-13C5-3B14-80F7-4EA8C74DCF00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03" creationId="{8C20C2E6-ECF4-7E23-E4D7-0089D28723AF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52" creationId="{A8069555-1591-6672-747E-4DCBAFF0C1FE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53" creationId="{AB57F696-517B-2209-5073-4E1BC2E10EA3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54" creationId="{48BB7206-DB55-EF8C-E128-23F53EF41C5B}"/>
          </ac:spMkLst>
        </pc:spChg>
        <pc:spChg chg="mod">
          <ac:chgData name="Brady Schick" userId="b2b33ab7-3f5f-4057-91d3-3d23bb8ba623" providerId="ADAL" clId="{119C1645-25BF-4125-9DBD-47C0423EEB24}" dt="2025-10-27T13:34:40.363" v="870" actId="1036"/>
          <ac:spMkLst>
            <pc:docMk/>
            <pc:sldMk cId="1343786567" sldId="258"/>
            <ac:spMk id="155" creationId="{C39DF2C8-D6D2-FEB1-3A73-AEFC70AC5636}"/>
          </ac:spMkLst>
        </pc:s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21" creationId="{B40A2BBF-75F9-7C12-1DE7-CEE4392DEABE}"/>
          </ac:grpSpMkLst>
        </pc:gr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43" creationId="{C589BF6D-1890-4D0E-ABBF-5CD79865BD60}"/>
          </ac:grpSpMkLst>
        </pc:gr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51" creationId="{571BB130-248D-34BF-BC9E-1A604A1B495E}"/>
          </ac:grpSpMkLst>
        </pc:gr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58" creationId="{A71DC8F1-6ABC-F53F-0488-CB1F9F7E3B1D}"/>
          </ac:grpSpMkLst>
        </pc:gr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111" creationId="{29285013-55DC-CB40-8D2F-005D369EE96D}"/>
          </ac:grpSpMkLst>
        </pc:grpChg>
        <pc:grpChg chg="mod">
          <ac:chgData name="Brady Schick" userId="b2b33ab7-3f5f-4057-91d3-3d23bb8ba623" providerId="ADAL" clId="{119C1645-25BF-4125-9DBD-47C0423EEB24}" dt="2025-10-27T13:34:40.363" v="870" actId="1036"/>
          <ac:grpSpMkLst>
            <pc:docMk/>
            <pc:sldMk cId="1343786567" sldId="258"/>
            <ac:grpSpMk id="126" creationId="{ADC304AC-11E0-C964-FFF3-9B06DCB9BD8B}"/>
          </ac:grpSpMkLst>
        </pc:grp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27" creationId="{6213CD43-11A7-8DAB-8C92-1310D08021DB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32" creationId="{D3641EEA-A38E-0A3D-B148-B5F2C6051AA8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35" creationId="{6F3368D1-F2EB-DF8A-491F-2321998ED38F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38" creationId="{7D1FBBB2-1AC6-916E-DEE2-667C77285361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40" creationId="{246B04CE-2D0D-CF8B-044F-E3A483C510C3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42" creationId="{E69BF800-CA24-EF3D-9B8E-973946EDB905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47" creationId="{9F729FC1-2BEF-D985-89CB-E0C3B81AFD1B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48" creationId="{B9BF8628-0F4A-726F-6107-3BB8A5382AE3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55" creationId="{3967BFBE-4F2E-9B63-146D-22ED72E3ABC2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56" creationId="{647FFE0F-F2C8-4F4F-F19C-5109F5FA26EE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62" creationId="{64A61392-C77A-55C5-A87B-3B5085F712DE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63" creationId="{4F6606D8-A1B4-0396-08B0-F44AF9AF84A2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72" creationId="{AECA16D5-B584-BF8B-7529-778FE4A3F5B7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86" creationId="{05EA2E2D-468B-D52E-198C-CF85D9003A2E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91" creationId="{2F6B9A5F-24CF-FFD9-32B1-7706B6165BE6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95" creationId="{DCC3044C-18F6-146C-1956-923C302D5BD8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15" creationId="{2B0C02DD-AB4D-018D-F43E-B42DFA7027E0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16" creationId="{BF6E34C0-2B3E-3895-DB22-FD5E9C22EFC1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17" creationId="{44833A9C-90BA-09AA-671E-8E3D7E0ADEA8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30" creationId="{0215D43B-2D6E-D4B5-6776-E9666218BFFD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31" creationId="{8A0B8A40-4C5D-C8CE-DC82-C0E282621C44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32" creationId="{014548B0-2609-41C9-3EC0-60DEA407706D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39" creationId="{04DA9057-AED1-AD9A-6021-5F482DE02754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2" creationId="{AA5094AE-A712-7231-9389-E797B7E1BF5A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4" creationId="{2DDA7981-11BC-0B8B-20AD-943BCF3B730E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6" creationId="{1B1C07E1-7E77-C8C6-BE83-8C424E658BA9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7" creationId="{1704B7C7-A94B-AAD4-748F-8CA933E63DA1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8" creationId="{EDDFFA7E-B640-A6F1-45D4-EA5A25FE28B1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49" creationId="{D50DBAAA-74F3-6472-E687-FE65F89D6E7E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50" creationId="{68B876D4-1E4C-0FD1-AF73-6C4E09BF4E61}"/>
          </ac:cxnSpMkLst>
        </pc:cxnChg>
        <pc:cxnChg chg="mod">
          <ac:chgData name="Brady Schick" userId="b2b33ab7-3f5f-4057-91d3-3d23bb8ba623" providerId="ADAL" clId="{119C1645-25BF-4125-9DBD-47C0423EEB24}" dt="2025-10-27T13:34:40.363" v="870" actId="1036"/>
          <ac:cxnSpMkLst>
            <pc:docMk/>
            <pc:sldMk cId="1343786567" sldId="258"/>
            <ac:cxnSpMk id="151" creationId="{EA3204A2-FA1B-DE7B-FAB2-AE0B9A1414B9}"/>
          </ac:cxnSpMkLst>
        </pc:cxnChg>
      </pc:sldChg>
      <pc:sldChg chg="modSp mod">
        <pc:chgData name="Brady Schick" userId="b2b33ab7-3f5f-4057-91d3-3d23bb8ba623" providerId="ADAL" clId="{119C1645-25BF-4125-9DBD-47C0423EEB24}" dt="2025-09-26T15:26:38.097" v="381" actId="20577"/>
        <pc:sldMkLst>
          <pc:docMk/>
          <pc:sldMk cId="9716602" sldId="263"/>
        </pc:sldMkLst>
        <pc:spChg chg="mod">
          <ac:chgData name="Brady Schick" userId="b2b33ab7-3f5f-4057-91d3-3d23bb8ba623" providerId="ADAL" clId="{119C1645-25BF-4125-9DBD-47C0423EEB24}" dt="2025-09-26T15:26:38.097" v="381" actId="20577"/>
          <ac:spMkLst>
            <pc:docMk/>
            <pc:sldMk cId="9716602" sldId="263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10-02T19:11:08.199" v="393" actId="20577"/>
        <pc:sldMkLst>
          <pc:docMk/>
          <pc:sldMk cId="3399213682" sldId="264"/>
        </pc:sldMkLst>
        <pc:spChg chg="mod">
          <ac:chgData name="Brady Schick" userId="b2b33ab7-3f5f-4057-91d3-3d23bb8ba623" providerId="ADAL" clId="{119C1645-25BF-4125-9DBD-47C0423EEB24}" dt="2025-10-02T19:11:08.199" v="393" actId="20577"/>
          <ac:spMkLst>
            <pc:docMk/>
            <pc:sldMk cId="3399213682" sldId="264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10-02T19:15:27.516" v="662" actId="20577"/>
        <pc:sldMkLst>
          <pc:docMk/>
          <pc:sldMk cId="92075563" sldId="265"/>
        </pc:sldMkLst>
        <pc:spChg chg="mod">
          <ac:chgData name="Brady Schick" userId="b2b33ab7-3f5f-4057-91d3-3d23bb8ba623" providerId="ADAL" clId="{119C1645-25BF-4125-9DBD-47C0423EEB24}" dt="2025-10-02T19:15:27.516" v="662" actId="20577"/>
          <ac:spMkLst>
            <pc:docMk/>
            <pc:sldMk cId="92075563" sldId="265"/>
            <ac:spMk id="3" creationId="{6D5E60D6-9EBD-1A61-B20C-576B5403A52F}"/>
          </ac:spMkLst>
        </pc:spChg>
      </pc:sldChg>
      <pc:sldChg chg="addSp delSp modSp mod">
        <pc:chgData name="Brady Schick" userId="b2b33ab7-3f5f-4057-91d3-3d23bb8ba623" providerId="ADAL" clId="{119C1645-25BF-4125-9DBD-47C0423EEB24}" dt="2025-11-21T14:23:58.217" v="934" actId="6549"/>
        <pc:sldMkLst>
          <pc:docMk/>
          <pc:sldMk cId="3786574737" sldId="267"/>
        </pc:sldMkLst>
        <pc:spChg chg="mod">
          <ac:chgData name="Brady Schick" userId="b2b33ab7-3f5f-4057-91d3-3d23bb8ba623" providerId="ADAL" clId="{119C1645-25BF-4125-9DBD-47C0423EEB24}" dt="2025-11-21T14:23:58.217" v="934" actId="6549"/>
          <ac:spMkLst>
            <pc:docMk/>
            <pc:sldMk cId="3786574737" sldId="267"/>
            <ac:spMk id="3" creationId="{6D5E60D6-9EBD-1A61-B20C-576B5403A52F}"/>
          </ac:spMkLst>
        </pc:spChg>
        <pc:picChg chg="add del mod">
          <ac:chgData name="Brady Schick" userId="b2b33ab7-3f5f-4057-91d3-3d23bb8ba623" providerId="ADAL" clId="{119C1645-25BF-4125-9DBD-47C0423EEB24}" dt="2025-11-21T14:23:35.062" v="902" actId="478"/>
          <ac:picMkLst>
            <pc:docMk/>
            <pc:sldMk cId="3786574737" sldId="267"/>
            <ac:picMk id="1026" creationId="{8780EBFF-2D28-691F-5683-E378A005FFFD}"/>
          </ac:picMkLst>
        </pc:picChg>
      </pc:sldChg>
      <pc:sldChg chg="modSp add mod">
        <pc:chgData name="Brady Schick" userId="b2b33ab7-3f5f-4057-91d3-3d23bb8ba623" providerId="ADAL" clId="{119C1645-25BF-4125-9DBD-47C0423EEB24}" dt="2025-10-02T19:15:08.069" v="656" actId="20577"/>
        <pc:sldMkLst>
          <pc:docMk/>
          <pc:sldMk cId="2499484992" sldId="268"/>
        </pc:sldMkLst>
        <pc:spChg chg="mod">
          <ac:chgData name="Brady Schick" userId="b2b33ab7-3f5f-4057-91d3-3d23bb8ba623" providerId="ADAL" clId="{119C1645-25BF-4125-9DBD-47C0423EEB24}" dt="2025-09-25T12:38:15.784" v="5" actId="20577"/>
          <ac:spMkLst>
            <pc:docMk/>
            <pc:sldMk cId="2499484992" sldId="268"/>
            <ac:spMk id="2" creationId="{EC24E606-9007-D956-678B-3A4FAE5CBD8C}"/>
          </ac:spMkLst>
        </pc:spChg>
        <pc:spChg chg="mod">
          <ac:chgData name="Brady Schick" userId="b2b33ab7-3f5f-4057-91d3-3d23bb8ba623" providerId="ADAL" clId="{119C1645-25BF-4125-9DBD-47C0423EEB24}" dt="2025-10-02T19:15:08.069" v="656" actId="20577"/>
          <ac:spMkLst>
            <pc:docMk/>
            <pc:sldMk cId="2499484992" sldId="268"/>
            <ac:spMk id="3" creationId="{6D5E60D6-9EBD-1A61-B20C-576B5403A52F}"/>
          </ac:spMkLst>
        </pc:spChg>
      </pc:sldChg>
    </pc:docChg>
  </pc:docChgLst>
  <pc:docChgLst>
    <pc:chgData name="Brady Schick" userId="b2b33ab7-3f5f-4057-91d3-3d23bb8ba623" providerId="ADAL" clId="{34FD193E-5C0B-4102-B1BA-055EE6662310}"/>
    <pc:docChg chg="undo custSel addSld delSld modSld sldOrd">
      <pc:chgData name="Brady Schick" userId="b2b33ab7-3f5f-4057-91d3-3d23bb8ba623" providerId="ADAL" clId="{34FD193E-5C0B-4102-B1BA-055EE6662310}" dt="2025-09-19T18:50:04.665" v="1798" actId="20577"/>
      <pc:docMkLst>
        <pc:docMk/>
      </pc:docMkLst>
      <pc:sldChg chg="modSp mod">
        <pc:chgData name="Brady Schick" userId="b2b33ab7-3f5f-4057-91d3-3d23bb8ba623" providerId="ADAL" clId="{34FD193E-5C0B-4102-B1BA-055EE6662310}" dt="2025-09-19T18:22:26.879" v="33" actId="20577"/>
        <pc:sldMkLst>
          <pc:docMk/>
          <pc:sldMk cId="4163945868" sldId="256"/>
        </pc:sldMkLst>
        <pc:spChg chg="mod">
          <ac:chgData name="Brady Schick" userId="b2b33ab7-3f5f-4057-91d3-3d23bb8ba623" providerId="ADAL" clId="{34FD193E-5C0B-4102-B1BA-055EE6662310}" dt="2025-09-19T18:22:26.879" v="33" actId="20577"/>
          <ac:spMkLst>
            <pc:docMk/>
            <pc:sldMk cId="4163945868" sldId="256"/>
            <ac:spMk id="3" creationId="{2B5F14EE-9E58-55DA-6687-5F37E74879CA}"/>
          </ac:spMkLst>
        </pc:spChg>
      </pc:sldChg>
      <pc:sldChg chg="modSp mod">
        <pc:chgData name="Brady Schick" userId="b2b33ab7-3f5f-4057-91d3-3d23bb8ba623" providerId="ADAL" clId="{34FD193E-5C0B-4102-B1BA-055EE6662310}" dt="2025-09-19T18:45:05.303" v="1634" actId="403"/>
        <pc:sldMkLst>
          <pc:docMk/>
          <pc:sldMk cId="4271143265" sldId="257"/>
        </pc:sldMkLst>
        <pc:spChg chg="mod">
          <ac:chgData name="Brady Schick" userId="b2b33ab7-3f5f-4057-91d3-3d23bb8ba623" providerId="ADAL" clId="{34FD193E-5C0B-4102-B1BA-055EE6662310}" dt="2025-09-19T18:24:04.031" v="140" actId="20577"/>
          <ac:spMkLst>
            <pc:docMk/>
            <pc:sldMk cId="4271143265" sldId="257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5:05.303" v="1634" actId="403"/>
          <ac:spMkLst>
            <pc:docMk/>
            <pc:sldMk cId="4271143265" sldId="257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34FD193E-5C0B-4102-B1BA-055EE6662310}" dt="2025-09-19T18:23:38.732" v="107" actId="122"/>
        <pc:sldMkLst>
          <pc:docMk/>
          <pc:sldMk cId="1343786567" sldId="258"/>
        </pc:sldMkLst>
        <pc:spChg chg="mod">
          <ac:chgData name="Brady Schick" userId="b2b33ab7-3f5f-4057-91d3-3d23bb8ba623" providerId="ADAL" clId="{34FD193E-5C0B-4102-B1BA-055EE6662310}" dt="2025-09-19T18:23:38.732" v="107" actId="122"/>
          <ac:spMkLst>
            <pc:docMk/>
            <pc:sldMk cId="1343786567" sldId="258"/>
            <ac:spMk id="2" creationId="{21CD6B37-D093-7AE1-8560-B61F6E27EACD}"/>
          </ac:spMkLst>
        </pc:spChg>
      </pc:sldChg>
      <pc:sldChg chg="modSp mod">
        <pc:chgData name="Brady Schick" userId="b2b33ab7-3f5f-4057-91d3-3d23bb8ba623" providerId="ADAL" clId="{34FD193E-5C0B-4102-B1BA-055EE6662310}" dt="2025-09-19T18:23:42.953" v="108" actId="122"/>
        <pc:sldMkLst>
          <pc:docMk/>
          <pc:sldMk cId="1694531136" sldId="259"/>
        </pc:sldMkLst>
        <pc:spChg chg="mod">
          <ac:chgData name="Brady Schick" userId="b2b33ab7-3f5f-4057-91d3-3d23bb8ba623" providerId="ADAL" clId="{34FD193E-5C0B-4102-B1BA-055EE6662310}" dt="2025-09-19T18:23:42.953" v="108" actId="122"/>
          <ac:spMkLst>
            <pc:docMk/>
            <pc:sldMk cId="1694531136" sldId="259"/>
            <ac:spMk id="2" creationId="{21CD6B37-D093-7AE1-8560-B61F6E27EACD}"/>
          </ac:spMkLst>
        </pc:spChg>
      </pc:sldChg>
      <pc:sldChg chg="modSp add del mod ord">
        <pc:chgData name="Brady Schick" userId="b2b33ab7-3f5f-4057-91d3-3d23bb8ba623" providerId="ADAL" clId="{34FD193E-5C0B-4102-B1BA-055EE6662310}" dt="2025-09-19T18:49:19.532" v="1797" actId="2696"/>
        <pc:sldMkLst>
          <pc:docMk/>
          <pc:sldMk cId="2414446901" sldId="260"/>
        </pc:sldMkLst>
        <pc:spChg chg="mod">
          <ac:chgData name="Brady Schick" userId="b2b33ab7-3f5f-4057-91d3-3d23bb8ba623" providerId="ADAL" clId="{34FD193E-5C0B-4102-B1BA-055EE6662310}" dt="2025-09-19T18:23:47.016" v="109" actId="122"/>
          <ac:spMkLst>
            <pc:docMk/>
            <pc:sldMk cId="2414446901" sldId="260"/>
            <ac:spMk id="2" creationId="{21CD6B37-D093-7AE1-8560-B61F6E27EACD}"/>
          </ac:spMkLst>
        </pc:spChg>
      </pc:sldChg>
      <pc:sldChg chg="modSp add mod">
        <pc:chgData name="Brady Schick" userId="b2b33ab7-3f5f-4057-91d3-3d23bb8ba623" providerId="ADAL" clId="{34FD193E-5C0B-4102-B1BA-055EE6662310}" dt="2025-09-19T18:26:24.709" v="291" actId="122"/>
        <pc:sldMkLst>
          <pc:docMk/>
          <pc:sldMk cId="787159320" sldId="261"/>
        </pc:sldMkLst>
        <pc:spChg chg="mod">
          <ac:chgData name="Brady Schick" userId="b2b33ab7-3f5f-4057-91d3-3d23bb8ba623" providerId="ADAL" clId="{34FD193E-5C0B-4102-B1BA-055EE6662310}" dt="2025-09-19T18:26:24.709" v="291" actId="122"/>
          <ac:spMkLst>
            <pc:docMk/>
            <pc:sldMk cId="787159320" sldId="261"/>
            <ac:spMk id="2" creationId="{21CD6B37-D093-7AE1-8560-B61F6E27EACD}"/>
          </ac:spMkLst>
        </pc:spChg>
      </pc:sldChg>
      <pc:sldChg chg="add del">
        <pc:chgData name="Brady Schick" userId="b2b33ab7-3f5f-4057-91d3-3d23bb8ba623" providerId="ADAL" clId="{34FD193E-5C0B-4102-B1BA-055EE6662310}" dt="2025-09-19T18:24:57.844" v="193" actId="2890"/>
        <pc:sldMkLst>
          <pc:docMk/>
          <pc:sldMk cId="745478951" sldId="262"/>
        </pc:sldMkLst>
      </pc:sldChg>
      <pc:sldChg chg="modSp add del mod">
        <pc:chgData name="Brady Schick" userId="b2b33ab7-3f5f-4057-91d3-3d23bb8ba623" providerId="ADAL" clId="{34FD193E-5C0B-4102-B1BA-055EE6662310}" dt="2025-09-19T18:47:05.060" v="1742" actId="20577"/>
        <pc:sldMkLst>
          <pc:docMk/>
          <pc:sldMk cId="3688677983" sldId="262"/>
        </pc:sldMkLst>
        <pc:spChg chg="mod">
          <ac:chgData name="Brady Schick" userId="b2b33ab7-3f5f-4057-91d3-3d23bb8ba623" providerId="ADAL" clId="{34FD193E-5C0B-4102-B1BA-055EE6662310}" dt="2025-09-19T18:24:38.790" v="190" actId="20577"/>
          <ac:spMkLst>
            <pc:docMk/>
            <pc:sldMk cId="3688677983" sldId="262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7:05.060" v="1742" actId="20577"/>
          <ac:spMkLst>
            <pc:docMk/>
            <pc:sldMk cId="3688677983" sldId="262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46:02.476" v="1663" actId="20577"/>
        <pc:sldMkLst>
          <pc:docMk/>
          <pc:sldMk cId="9716602" sldId="263"/>
        </pc:sldMkLst>
        <pc:spChg chg="mod">
          <ac:chgData name="Brady Schick" userId="b2b33ab7-3f5f-4057-91d3-3d23bb8ba623" providerId="ADAL" clId="{34FD193E-5C0B-4102-B1BA-055EE6662310}" dt="2025-09-19T18:25:07.007" v="213" actId="20577"/>
          <ac:spMkLst>
            <pc:docMk/>
            <pc:sldMk cId="9716602" sldId="263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6:02.476" v="1663" actId="20577"/>
          <ac:spMkLst>
            <pc:docMk/>
            <pc:sldMk cId="9716602" sldId="263"/>
            <ac:spMk id="3" creationId="{6D5E60D6-9EBD-1A61-B20C-576B5403A52F}"/>
          </ac:spMkLst>
        </pc:spChg>
      </pc:sldChg>
      <pc:sldChg chg="modSp add mod ord">
        <pc:chgData name="Brady Schick" userId="b2b33ab7-3f5f-4057-91d3-3d23bb8ba623" providerId="ADAL" clId="{34FD193E-5C0B-4102-B1BA-055EE6662310}" dt="2025-09-19T18:46:49.275" v="1722" actId="122"/>
        <pc:sldMkLst>
          <pc:docMk/>
          <pc:sldMk cId="3399213682" sldId="264"/>
        </pc:sldMkLst>
        <pc:spChg chg="mod">
          <ac:chgData name="Brady Schick" userId="b2b33ab7-3f5f-4057-91d3-3d23bb8ba623" providerId="ADAL" clId="{34FD193E-5C0B-4102-B1BA-055EE6662310}" dt="2025-09-19T18:25:58.881" v="261" actId="20577"/>
          <ac:spMkLst>
            <pc:docMk/>
            <pc:sldMk cId="3399213682" sldId="264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6:49.275" v="1722" actId="122"/>
          <ac:spMkLst>
            <pc:docMk/>
            <pc:sldMk cId="3399213682" sldId="264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48:50.403" v="1790" actId="20577"/>
        <pc:sldMkLst>
          <pc:docMk/>
          <pc:sldMk cId="92075563" sldId="265"/>
        </pc:sldMkLst>
        <pc:spChg chg="mod">
          <ac:chgData name="Brady Schick" userId="b2b33ab7-3f5f-4057-91d3-3d23bb8ba623" providerId="ADAL" clId="{34FD193E-5C0B-4102-B1BA-055EE6662310}" dt="2025-09-19T18:25:22.873" v="235" actId="20577"/>
          <ac:spMkLst>
            <pc:docMk/>
            <pc:sldMk cId="92075563" sldId="265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8:50.403" v="1790" actId="20577"/>
          <ac:spMkLst>
            <pc:docMk/>
            <pc:sldMk cId="92075563" sldId="265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26:41.940" v="308" actId="20577"/>
        <pc:sldMkLst>
          <pc:docMk/>
          <pc:sldMk cId="2959241708" sldId="266"/>
        </pc:sldMkLst>
        <pc:spChg chg="mod">
          <ac:chgData name="Brady Schick" userId="b2b33ab7-3f5f-4057-91d3-3d23bb8ba623" providerId="ADAL" clId="{34FD193E-5C0B-4102-B1BA-055EE6662310}" dt="2025-09-19T18:26:41.940" v="308" actId="20577"/>
          <ac:spMkLst>
            <pc:docMk/>
            <pc:sldMk cId="2959241708" sldId="266"/>
            <ac:spMk id="2" creationId="{21CD6B37-D093-7AE1-8560-B61F6E27EACD}"/>
          </ac:spMkLst>
        </pc:spChg>
      </pc:sldChg>
      <pc:sldChg chg="modSp add mod">
        <pc:chgData name="Brady Schick" userId="b2b33ab7-3f5f-4057-91d3-3d23bb8ba623" providerId="ADAL" clId="{34FD193E-5C0B-4102-B1BA-055EE6662310}" dt="2025-09-19T18:50:04.665" v="1798" actId="20577"/>
        <pc:sldMkLst>
          <pc:docMk/>
          <pc:sldMk cId="3786574737" sldId="267"/>
        </pc:sldMkLst>
        <pc:spChg chg="mod">
          <ac:chgData name="Brady Schick" userId="b2b33ab7-3f5f-4057-91d3-3d23bb8ba623" providerId="ADAL" clId="{34FD193E-5C0B-4102-B1BA-055EE6662310}" dt="2025-09-19T18:49:09.872" v="1793" actId="122"/>
          <ac:spMkLst>
            <pc:docMk/>
            <pc:sldMk cId="3786574737" sldId="267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50:04.665" v="1798" actId="20577"/>
          <ac:spMkLst>
            <pc:docMk/>
            <pc:sldMk cId="3786574737" sldId="267"/>
            <ac:spMk id="3" creationId="{6D5E60D6-9EBD-1A61-B20C-576B5403A5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A72A-EB8A-081C-00F8-DFA2F50B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06ECA-00DF-CCF2-7823-D19A45939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0D1F0-BFD4-03C9-8CFA-533E681C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24717-147C-1283-6377-3B586153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1C704-3B4D-2A79-B11F-64861622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81DE-7AE5-EDC4-1109-2526A78D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7E3F-76E1-074B-65ED-3BCDF316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F2FA3-FBDD-9D67-1133-2CF1A3E9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65E07-6C5A-7F27-54D9-76D42243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2FEB-677A-CEB5-26B2-A7B0185A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9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8F4F-78DA-C17C-1798-BDD206A4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A1C87-804D-CF32-9CC3-7DC14F87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47058-FB16-F0ED-8CDE-621F5B11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7629-102A-76E9-841F-8328B7E9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E5075-279B-1523-FCDA-4CAF08DC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1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8D1C-B0D9-9D34-FDE7-85FDE83A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0A23-E1DE-BDC4-B4BD-97D307359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0FD40-553F-701F-679A-8D3EB7E18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9D1BB-C2E2-01C8-2485-21BBDA00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FC2E5-18EE-A712-D8F7-572A8CE5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8D83A-B122-5A5B-CAD5-1CE9221E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3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4D03-2BA3-88A5-DBBF-9A863681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3A29E-241E-7983-A686-EEF83CE9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58468-DE04-7983-2DD1-74E3059F5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70C5E-73A1-387B-4072-D425A99C6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221717-CCD9-2CAB-9001-4E50BFA26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5AD4A-F080-029E-D34C-7F3EB4E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FFFE7-BEF7-BFAB-1D29-76997BA9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AFBF6-683E-AD03-C89B-C26F8D85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8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B33E-5106-8295-F1FB-810AAAAA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74352-196E-01F6-536F-9A3BC75C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05916-8429-705E-9DCD-F3F61479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D715E-4DC7-2C98-2929-51DC67EA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7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D4FB4-DEF6-918A-D25A-43BFE551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0EFA0-069F-F978-AF6A-BB10E503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50E4-F67A-E65C-C45D-1A17057A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1034-2EBA-AC88-8EDB-8E64ECED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1EC2-474B-F3E4-51B8-BB94A821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26426-C1CA-2770-6771-ACBE140C1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746B2-A86F-EE3C-DCCB-38AB4DA1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2F0E3-859E-8E2D-4264-34166150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1F957-1B6D-FBDA-075A-BD27DDD6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7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F299-8023-D1E2-4B82-BD4308B7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E05F2-DB4E-F787-7652-549EB43FB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E17F8-5293-AB25-C3FF-66E980661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D1CDD-ADF1-C4F6-04A9-B5DFC755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BEED-4BD6-91BC-A489-51D1AC1B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5213-1EA5-07FF-A37E-A54DEA2B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5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8D71-403A-9EF0-508B-EB39948E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FB9C8-F356-24A3-F06A-2C829EC69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BE21-3315-1464-0B1D-609A3858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9488-12E2-BF5E-DC35-122D0447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C7C0-4B2E-DA64-F475-C4530E9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3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08E91-E639-8FFA-FFCD-AC67E397B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4B616-6D42-5095-2A18-5AF7E8B7C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684C4-3A7A-C2B8-3C7C-E8A024C8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A549-02AB-D676-C826-902CFF13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6AED7-80B4-489E-B4B4-2F1554E7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4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A777A-94B6-CB89-E779-D36E923C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AB3FD-EAD0-C9E0-6AC6-90E6BB183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6A0FC-92D7-950B-A26F-57F12355C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55368-DE8C-481A-9FFC-45CFE538027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20D07-ED67-F3E0-9BDF-432776E76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45CCB-8067-7A3D-199D-2AFD4FA6F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9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8256-89BC-B1A1-78FF-BF63C643DC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Mathematical Model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F14EE-9E58-55DA-6687-5F37E7487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94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1FF5EB-2BC9-C328-43F3-F3AD2B2D8C7C}"/>
              </a:ext>
            </a:extLst>
          </p:cNvPr>
          <p:cNvSpPr/>
          <p:nvPr/>
        </p:nvSpPr>
        <p:spPr>
          <a:xfrm>
            <a:off x="6548236" y="2140334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021F0-E2AB-0CF0-B307-02686C5871C4}"/>
              </a:ext>
            </a:extLst>
          </p:cNvPr>
          <p:cNvSpPr/>
          <p:nvPr/>
        </p:nvSpPr>
        <p:spPr>
          <a:xfrm>
            <a:off x="7604368" y="2137286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Appropriate Summations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42286-B363-DF76-BC64-BF5571AAC905}"/>
              </a:ext>
            </a:extLst>
          </p:cNvPr>
          <p:cNvSpPr/>
          <p:nvPr/>
        </p:nvSpPr>
        <p:spPr>
          <a:xfrm>
            <a:off x="6554332" y="2649541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0C3396-95CA-30DB-097B-5B426018D2E5}"/>
              </a:ext>
            </a:extLst>
          </p:cNvPr>
          <p:cNvSpPr/>
          <p:nvPr/>
        </p:nvSpPr>
        <p:spPr>
          <a:xfrm>
            <a:off x="6548236" y="3174939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4009D-8479-7D79-6A41-0C4A09EDF22D}"/>
              </a:ext>
            </a:extLst>
          </p:cNvPr>
          <p:cNvSpPr/>
          <p:nvPr/>
        </p:nvSpPr>
        <p:spPr>
          <a:xfrm>
            <a:off x="6548236" y="368414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6CF671-FC1E-0E5D-609A-4F9F459290D1}"/>
              </a:ext>
            </a:extLst>
          </p:cNvPr>
          <p:cNvSpPr/>
          <p:nvPr/>
        </p:nvSpPr>
        <p:spPr>
          <a:xfrm>
            <a:off x="4951846" y="2640588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CB958-0718-F993-3D55-6CA6D80DAF69}"/>
              </a:ext>
            </a:extLst>
          </p:cNvPr>
          <p:cNvSpPr/>
          <p:nvPr/>
        </p:nvSpPr>
        <p:spPr>
          <a:xfrm>
            <a:off x="4951846" y="2128142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F5EC1-148D-7645-877C-B08CCD53AD73}"/>
              </a:ext>
            </a:extLst>
          </p:cNvPr>
          <p:cNvSpPr/>
          <p:nvPr/>
        </p:nvSpPr>
        <p:spPr>
          <a:xfrm>
            <a:off x="9074266" y="2128142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8F542-76CD-9630-A7BF-6626FB79C6BA}"/>
              </a:ext>
            </a:extLst>
          </p:cNvPr>
          <p:cNvSpPr/>
          <p:nvPr/>
        </p:nvSpPr>
        <p:spPr>
          <a:xfrm>
            <a:off x="9074266" y="2637349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11D63-B2EC-E092-9D15-D884265425FD}"/>
              </a:ext>
            </a:extLst>
          </p:cNvPr>
          <p:cNvSpPr/>
          <p:nvPr/>
        </p:nvSpPr>
        <p:spPr>
          <a:xfrm>
            <a:off x="9075028" y="3162747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8E790-C610-C76F-CE0F-6436D04F655B}"/>
              </a:ext>
            </a:extLst>
          </p:cNvPr>
          <p:cNvSpPr/>
          <p:nvPr/>
        </p:nvSpPr>
        <p:spPr>
          <a:xfrm>
            <a:off x="9075028" y="3671954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CE7DF-1DFC-873C-D8BC-636ECF66942A}"/>
              </a:ext>
            </a:extLst>
          </p:cNvPr>
          <p:cNvSpPr/>
          <p:nvPr/>
        </p:nvSpPr>
        <p:spPr>
          <a:xfrm>
            <a:off x="10215742" y="2137286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Drone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0A2BBF-75F9-7C12-1DE7-CEE4392DEABE}"/>
              </a:ext>
            </a:extLst>
          </p:cNvPr>
          <p:cNvGrpSpPr/>
          <p:nvPr/>
        </p:nvGrpSpPr>
        <p:grpSpPr>
          <a:xfrm>
            <a:off x="5988166" y="2182914"/>
            <a:ext cx="393192" cy="399140"/>
            <a:chOff x="5422392" y="1652778"/>
            <a:chExt cx="393192" cy="399140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252EE999-1C7C-7A72-DB29-13369B4F7AF6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7DEA48-6236-12E5-2A2B-7FBA1AC6666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DD7D0D-E84C-1D2A-3CB8-F503B4919B5C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13CD43-11A7-8DAB-8C92-1310D08021DB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>
            <a:off x="5509630" y="2333882"/>
            <a:ext cx="551688" cy="6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641EEA-A38E-0A3D-B148-B5F2C6051AA8}"/>
              </a:ext>
            </a:extLst>
          </p:cNvPr>
          <p:cNvCxnSpPr>
            <a:cxnSpLocks/>
            <a:stCxn id="18" idx="6"/>
            <a:endCxn id="3" idx="1"/>
          </p:cNvCxnSpPr>
          <p:nvPr/>
        </p:nvCxnSpPr>
        <p:spPr>
          <a:xfrm>
            <a:off x="6381358" y="2340648"/>
            <a:ext cx="166878" cy="5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3368D1-F2EB-DF8A-491F-2321998ED38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106020" y="2346074"/>
            <a:ext cx="4983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1FBBB2-1AC6-916E-DEE2-667C77285361}"/>
              </a:ext>
            </a:extLst>
          </p:cNvPr>
          <p:cNvCxnSpPr>
            <a:stCxn id="7" idx="3"/>
          </p:cNvCxnSpPr>
          <p:nvPr/>
        </p:nvCxnSpPr>
        <p:spPr>
          <a:xfrm>
            <a:off x="7112116" y="2855281"/>
            <a:ext cx="49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46B04CE-2D0D-CF8B-044F-E3A483C510C3}"/>
              </a:ext>
            </a:extLst>
          </p:cNvPr>
          <p:cNvCxnSpPr>
            <a:stCxn id="8" idx="3"/>
          </p:cNvCxnSpPr>
          <p:nvPr/>
        </p:nvCxnSpPr>
        <p:spPr>
          <a:xfrm flipV="1">
            <a:off x="7106020" y="3374583"/>
            <a:ext cx="498348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69BF800-CA24-EF3D-9B8E-973946EDB905}"/>
              </a:ext>
            </a:extLst>
          </p:cNvPr>
          <p:cNvCxnSpPr>
            <a:stCxn id="9" idx="3"/>
          </p:cNvCxnSpPr>
          <p:nvPr/>
        </p:nvCxnSpPr>
        <p:spPr>
          <a:xfrm flipV="1">
            <a:off x="7106020" y="3883790"/>
            <a:ext cx="498348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89BF6D-1890-4D0E-ABBF-5CD79865BD60}"/>
              </a:ext>
            </a:extLst>
          </p:cNvPr>
          <p:cNvGrpSpPr/>
          <p:nvPr/>
        </p:nvGrpSpPr>
        <p:grpSpPr>
          <a:xfrm>
            <a:off x="5607166" y="2693503"/>
            <a:ext cx="393192" cy="399140"/>
            <a:chOff x="5422392" y="1652778"/>
            <a:chExt cx="393192" cy="399140"/>
          </a:xfrm>
        </p:grpSpPr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591B1A51-1F9C-4804-AE43-EC2DD43BF6EB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68E05A8-7BA3-3D38-240B-A1B8D776EA31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C1B34B-7989-BD6B-8FB4-FACBB6741F72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F729FC1-2BEF-D985-89CB-E0C3B81AFD1B}"/>
              </a:ext>
            </a:extLst>
          </p:cNvPr>
          <p:cNvCxnSpPr>
            <a:cxnSpLocks/>
            <a:stCxn id="10" idx="3"/>
            <a:endCxn id="44" idx="2"/>
          </p:cNvCxnSpPr>
          <p:nvPr/>
        </p:nvCxnSpPr>
        <p:spPr>
          <a:xfrm>
            <a:off x="5509630" y="2846328"/>
            <a:ext cx="170688" cy="4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BF8628-0F4A-726F-6107-3BB8A5382AE3}"/>
              </a:ext>
            </a:extLst>
          </p:cNvPr>
          <p:cNvCxnSpPr>
            <a:cxnSpLocks/>
            <a:stCxn id="44" idx="6"/>
            <a:endCxn id="7" idx="1"/>
          </p:cNvCxnSpPr>
          <p:nvPr/>
        </p:nvCxnSpPr>
        <p:spPr>
          <a:xfrm>
            <a:off x="6000358" y="2851237"/>
            <a:ext cx="553974" cy="4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71BB130-248D-34BF-BC9E-1A604A1B495E}"/>
              </a:ext>
            </a:extLst>
          </p:cNvPr>
          <p:cNvGrpSpPr/>
          <p:nvPr/>
        </p:nvGrpSpPr>
        <p:grpSpPr>
          <a:xfrm>
            <a:off x="5236834" y="3217831"/>
            <a:ext cx="393192" cy="399140"/>
            <a:chOff x="5422392" y="1652778"/>
            <a:chExt cx="393192" cy="399140"/>
          </a:xfrm>
        </p:grpSpPr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D44C6F84-180E-E2F5-A88A-5DD2108E242B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E544C7-EF5C-E45F-E1FB-387207A7E75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E578948-0331-C566-7215-E6340684560A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67BFBE-4F2E-9B63-146D-22ED72E3ABC2}"/>
              </a:ext>
            </a:extLst>
          </p:cNvPr>
          <p:cNvCxnSpPr>
            <a:cxnSpLocks/>
            <a:stCxn id="65" idx="3"/>
            <a:endCxn id="52" idx="2"/>
          </p:cNvCxnSpPr>
          <p:nvPr/>
        </p:nvCxnSpPr>
        <p:spPr>
          <a:xfrm>
            <a:off x="4656952" y="3368487"/>
            <a:ext cx="653034" cy="7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47FFE0F-F2C8-4F4F-F19C-5109F5FA26EE}"/>
              </a:ext>
            </a:extLst>
          </p:cNvPr>
          <p:cNvCxnSpPr>
            <a:cxnSpLocks/>
            <a:stCxn id="52" idx="6"/>
            <a:endCxn id="8" idx="1"/>
          </p:cNvCxnSpPr>
          <p:nvPr/>
        </p:nvCxnSpPr>
        <p:spPr>
          <a:xfrm>
            <a:off x="5630026" y="3375565"/>
            <a:ext cx="918210" cy="5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71DC8F1-6ABC-F53F-0488-CB1F9F7E3B1D}"/>
              </a:ext>
            </a:extLst>
          </p:cNvPr>
          <p:cNvGrpSpPr/>
          <p:nvPr/>
        </p:nvGrpSpPr>
        <p:grpSpPr>
          <a:xfrm>
            <a:off x="4844785" y="3722250"/>
            <a:ext cx="393192" cy="399140"/>
            <a:chOff x="5422392" y="1652778"/>
            <a:chExt cx="393192" cy="399140"/>
          </a:xfrm>
        </p:grpSpPr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910A7200-0521-499C-E58D-C1F12F2A42DF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23C2115-AAD2-E1C0-BFE3-B71CC032443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7B0C242-0C5B-36E5-957C-8546BEC58F0D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4A61392-C77A-55C5-A87B-3B5085F712DE}"/>
              </a:ext>
            </a:extLst>
          </p:cNvPr>
          <p:cNvCxnSpPr>
            <a:cxnSpLocks/>
            <a:stCxn id="68" idx="3"/>
            <a:endCxn id="59" idx="2"/>
          </p:cNvCxnSpPr>
          <p:nvPr/>
        </p:nvCxnSpPr>
        <p:spPr>
          <a:xfrm>
            <a:off x="4672573" y="3877694"/>
            <a:ext cx="245364" cy="2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F6606D8-A1B4-0396-08B0-F44AF9AF84A2}"/>
              </a:ext>
            </a:extLst>
          </p:cNvPr>
          <p:cNvCxnSpPr>
            <a:cxnSpLocks/>
            <a:stCxn id="59" idx="6"/>
            <a:endCxn id="9" idx="1"/>
          </p:cNvCxnSpPr>
          <p:nvPr/>
        </p:nvCxnSpPr>
        <p:spPr>
          <a:xfrm>
            <a:off x="5237977" y="3879984"/>
            <a:ext cx="1310259" cy="9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FB02A05-7524-896B-238B-688AD16B3BC0}"/>
              </a:ext>
            </a:extLst>
          </p:cNvPr>
          <p:cNvSpPr/>
          <p:nvPr/>
        </p:nvSpPr>
        <p:spPr>
          <a:xfrm>
            <a:off x="3946768" y="3162747"/>
            <a:ext cx="7101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Yaw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B347E85-1E53-CB1C-F81D-CDD7EE376199}"/>
              </a:ext>
            </a:extLst>
          </p:cNvPr>
          <p:cNvSpPr/>
          <p:nvPr/>
        </p:nvSpPr>
        <p:spPr>
          <a:xfrm>
            <a:off x="3962389" y="3671954"/>
            <a:ext cx="7101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Elevation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ECA16D5-B584-BF8B-7529-778FE4A3F5B7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 flipH="1">
            <a:off x="7668256" y="1061984"/>
            <a:ext cx="1589772" cy="4483608"/>
          </a:xfrm>
          <a:prstGeom prst="bentConnector4">
            <a:avLst>
              <a:gd name="adj1" fmla="val -14379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5EA2E2D-468B-D52E-198C-CF85D9003A2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80223" y="3479608"/>
            <a:ext cx="1301232" cy="380999"/>
          </a:xfrm>
          <a:prstGeom prst="bentConnector3">
            <a:avLst>
              <a:gd name="adj1" fmla="val -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2F6B9A5F-24CF-FFD9-32B1-7706B6165BE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60206" y="3740592"/>
            <a:ext cx="782312" cy="377952"/>
          </a:xfrm>
          <a:prstGeom prst="bentConnector3">
            <a:avLst>
              <a:gd name="adj1" fmla="val -2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CC3044C-18F6-146C-1956-923C302D5BD8}"/>
              </a:ext>
            </a:extLst>
          </p:cNvPr>
          <p:cNvCxnSpPr>
            <a:cxnSpLocks/>
          </p:cNvCxnSpPr>
          <p:nvPr/>
        </p:nvCxnSpPr>
        <p:spPr>
          <a:xfrm rot="10800000">
            <a:off x="5074152" y="4041646"/>
            <a:ext cx="395855" cy="284191"/>
          </a:xfrm>
          <a:prstGeom prst="bentConnector3">
            <a:avLst>
              <a:gd name="adj1" fmla="val 1008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11D6702-13C5-3B14-80F7-4EA8C74DCF00}"/>
              </a:ext>
            </a:extLst>
          </p:cNvPr>
          <p:cNvSpPr/>
          <p:nvPr/>
        </p:nvSpPr>
        <p:spPr>
          <a:xfrm>
            <a:off x="340794" y="2303162"/>
            <a:ext cx="8545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XY Position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C20C2E6-ECF4-7E23-E4D7-0089D28723AF}"/>
              </a:ext>
            </a:extLst>
          </p:cNvPr>
          <p:cNvSpPr/>
          <p:nvPr/>
        </p:nvSpPr>
        <p:spPr>
          <a:xfrm>
            <a:off x="1559232" y="2093777"/>
            <a:ext cx="1041273" cy="830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Conversions (If Necessary)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9285013-55DC-CB40-8D2F-005D369EE96D}"/>
              </a:ext>
            </a:extLst>
          </p:cNvPr>
          <p:cNvGrpSpPr/>
          <p:nvPr/>
        </p:nvGrpSpPr>
        <p:grpSpPr>
          <a:xfrm>
            <a:off x="3326881" y="2160502"/>
            <a:ext cx="393192" cy="399140"/>
            <a:chOff x="5422392" y="1652778"/>
            <a:chExt cx="393192" cy="399140"/>
          </a:xfrm>
        </p:grpSpPr>
        <p:sp>
          <p:nvSpPr>
            <p:cNvPr id="112" name="Flowchart: Connector 111">
              <a:extLst>
                <a:ext uri="{FF2B5EF4-FFF2-40B4-BE49-F238E27FC236}">
                  <a16:creationId xmlns:a16="http://schemas.microsoft.com/office/drawing/2014/main" id="{6743DC4A-ADBC-E421-249D-F028AF6BFADC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38EAC4B-2737-F97D-CEDB-F73ADFD52158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F05655E-72CA-C63B-0AF3-A67D5D3E2E48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B0C02DD-AB4D-018D-F43E-B42DFA7027E0}"/>
              </a:ext>
            </a:extLst>
          </p:cNvPr>
          <p:cNvCxnSpPr>
            <a:cxnSpLocks/>
            <a:endCxn id="112" idx="2"/>
          </p:cNvCxnSpPr>
          <p:nvPr/>
        </p:nvCxnSpPr>
        <p:spPr>
          <a:xfrm>
            <a:off x="2600505" y="2318236"/>
            <a:ext cx="799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F6E34C0-2B3E-3895-DB22-FD5E9C22EFC1}"/>
              </a:ext>
            </a:extLst>
          </p:cNvPr>
          <p:cNvCxnSpPr>
            <a:cxnSpLocks/>
            <a:stCxn id="112" idx="6"/>
            <a:endCxn id="11" idx="1"/>
          </p:cNvCxnSpPr>
          <p:nvPr/>
        </p:nvCxnSpPr>
        <p:spPr>
          <a:xfrm>
            <a:off x="3720073" y="2318236"/>
            <a:ext cx="1231773" cy="15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44833A9C-90BA-09AA-671E-8E3D7E0ADE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393685" y="2653602"/>
            <a:ext cx="1833492" cy="1500755"/>
          </a:xfrm>
          <a:prstGeom prst="bentConnector3">
            <a:avLst>
              <a:gd name="adj1" fmla="val 1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DC304AC-11E0-C964-FFF3-9B06DCB9BD8B}"/>
              </a:ext>
            </a:extLst>
          </p:cNvPr>
          <p:cNvGrpSpPr/>
          <p:nvPr/>
        </p:nvGrpSpPr>
        <p:grpSpPr>
          <a:xfrm>
            <a:off x="2987408" y="2681580"/>
            <a:ext cx="393192" cy="399140"/>
            <a:chOff x="5422392" y="1652778"/>
            <a:chExt cx="393192" cy="399140"/>
          </a:xfrm>
        </p:grpSpPr>
        <p:sp>
          <p:nvSpPr>
            <p:cNvPr id="127" name="Flowchart: Connector 126">
              <a:extLst>
                <a:ext uri="{FF2B5EF4-FFF2-40B4-BE49-F238E27FC236}">
                  <a16:creationId xmlns:a16="http://schemas.microsoft.com/office/drawing/2014/main" id="{BFA27087-48A7-D879-F14E-049D7E5D6715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963F74E-F375-6EC2-4720-97A10283DE33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EAB68CB-52DE-6342-676F-F2021A668C65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215D43B-2D6E-D4B5-6776-E9666218BFFD}"/>
              </a:ext>
            </a:extLst>
          </p:cNvPr>
          <p:cNvCxnSpPr>
            <a:cxnSpLocks/>
            <a:endCxn id="127" idx="2"/>
          </p:cNvCxnSpPr>
          <p:nvPr/>
        </p:nvCxnSpPr>
        <p:spPr>
          <a:xfrm>
            <a:off x="2634599" y="2839314"/>
            <a:ext cx="425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A0B8A40-4C5D-C8CE-DC82-C0E282621C44}"/>
              </a:ext>
            </a:extLst>
          </p:cNvPr>
          <p:cNvCxnSpPr>
            <a:cxnSpLocks/>
            <a:stCxn id="127" idx="6"/>
            <a:endCxn id="10" idx="1"/>
          </p:cNvCxnSpPr>
          <p:nvPr/>
        </p:nvCxnSpPr>
        <p:spPr>
          <a:xfrm>
            <a:off x="3380600" y="2839314"/>
            <a:ext cx="1571246" cy="7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014548B0-2609-41C9-3EC0-60DEA40770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760465" y="3467685"/>
            <a:ext cx="1301232" cy="380999"/>
          </a:xfrm>
          <a:prstGeom prst="bentConnector3">
            <a:avLst>
              <a:gd name="adj1" fmla="val -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4DA9057-AED1-AD9A-6021-5F482DE02754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1195378" y="2508902"/>
            <a:ext cx="363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itle 1">
            <a:extLst>
              <a:ext uri="{FF2B5EF4-FFF2-40B4-BE49-F238E27FC236}">
                <a16:creationId xmlns:a16="http://schemas.microsoft.com/office/drawing/2014/main" id="{70053456-76EA-3943-CC3C-074D80E0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A5094AE-A712-7231-9389-E797B7E1BF5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582776" y="2339978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DDA7981-11BC-0B8B-20AD-943BCF3B730E}"/>
              </a:ext>
            </a:extLst>
          </p:cNvPr>
          <p:cNvCxnSpPr>
            <a:cxnSpLocks/>
          </p:cNvCxnSpPr>
          <p:nvPr/>
        </p:nvCxnSpPr>
        <p:spPr>
          <a:xfrm flipV="1">
            <a:off x="9720060" y="2349868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B1C07E1-7E77-C8C6-BE83-8C424E658BA9}"/>
              </a:ext>
            </a:extLst>
          </p:cNvPr>
          <p:cNvCxnSpPr>
            <a:cxnSpLocks/>
          </p:cNvCxnSpPr>
          <p:nvPr/>
        </p:nvCxnSpPr>
        <p:spPr>
          <a:xfrm flipV="1">
            <a:off x="8582776" y="2856223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704B7C7-A94B-AAD4-748F-8CA933E63DA1}"/>
              </a:ext>
            </a:extLst>
          </p:cNvPr>
          <p:cNvCxnSpPr>
            <a:cxnSpLocks/>
          </p:cNvCxnSpPr>
          <p:nvPr/>
        </p:nvCxnSpPr>
        <p:spPr>
          <a:xfrm flipV="1">
            <a:off x="9720060" y="2866113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DDFFA7E-B640-A6F1-45D4-EA5A25FE28B1}"/>
              </a:ext>
            </a:extLst>
          </p:cNvPr>
          <p:cNvCxnSpPr>
            <a:cxnSpLocks/>
          </p:cNvCxnSpPr>
          <p:nvPr/>
        </p:nvCxnSpPr>
        <p:spPr>
          <a:xfrm flipV="1">
            <a:off x="8582776" y="3360858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50DBAAA-74F3-6472-E687-FE65F89D6E7E}"/>
              </a:ext>
            </a:extLst>
          </p:cNvPr>
          <p:cNvCxnSpPr>
            <a:cxnSpLocks/>
          </p:cNvCxnSpPr>
          <p:nvPr/>
        </p:nvCxnSpPr>
        <p:spPr>
          <a:xfrm flipV="1">
            <a:off x="9720060" y="3370748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8B876D4-1E4C-0FD1-AF73-6C4E09BF4E61}"/>
              </a:ext>
            </a:extLst>
          </p:cNvPr>
          <p:cNvCxnSpPr>
            <a:cxnSpLocks/>
          </p:cNvCxnSpPr>
          <p:nvPr/>
        </p:nvCxnSpPr>
        <p:spPr>
          <a:xfrm flipV="1">
            <a:off x="8582776" y="3877103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A3204A2-FA1B-DE7B-FAB2-AE0B9A1414B9}"/>
              </a:ext>
            </a:extLst>
          </p:cNvPr>
          <p:cNvCxnSpPr>
            <a:cxnSpLocks/>
          </p:cNvCxnSpPr>
          <p:nvPr/>
        </p:nvCxnSpPr>
        <p:spPr>
          <a:xfrm flipV="1">
            <a:off x="9720060" y="3886993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A8069555-1591-6672-747E-4DCBAFF0C1FE}"/>
              </a:ext>
            </a:extLst>
          </p:cNvPr>
          <p:cNvSpPr txBox="1"/>
          <p:nvPr/>
        </p:nvSpPr>
        <p:spPr>
          <a:xfrm>
            <a:off x="8553820" y="1847478"/>
            <a:ext cx="5520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Motor PWM Values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B57F696-517B-2209-5073-4E1BC2E10EA3}"/>
              </a:ext>
            </a:extLst>
          </p:cNvPr>
          <p:cNvSpPr txBox="1"/>
          <p:nvPr/>
        </p:nvSpPr>
        <p:spPr>
          <a:xfrm>
            <a:off x="6914662" y="4351826"/>
            <a:ext cx="3827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Sensor Feedback (May need to operations with these when feeding back)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8BB7206-DB55-EF8C-E128-23F53EF41C5B}"/>
              </a:ext>
            </a:extLst>
          </p:cNvPr>
          <p:cNvSpPr txBox="1"/>
          <p:nvPr/>
        </p:nvSpPr>
        <p:spPr>
          <a:xfrm>
            <a:off x="5410855" y="2060734"/>
            <a:ext cx="866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Desired Pitch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39DF2C8-D6D2-FEB1-3A73-AEFC70AC5636}"/>
              </a:ext>
            </a:extLst>
          </p:cNvPr>
          <p:cNvSpPr txBox="1"/>
          <p:nvPr/>
        </p:nvSpPr>
        <p:spPr>
          <a:xfrm>
            <a:off x="5468769" y="2471448"/>
            <a:ext cx="63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Desired Roll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EA2C2-4AB9-7EDB-3F13-9FA6E36E9862}"/>
              </a:ext>
            </a:extLst>
          </p:cNvPr>
          <p:cNvSpPr txBox="1"/>
          <p:nvPr/>
        </p:nvSpPr>
        <p:spPr>
          <a:xfrm rot="16200000">
            <a:off x="2802066" y="3494138"/>
            <a:ext cx="1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Estimated XY Position</a:t>
            </a:r>
          </a:p>
        </p:txBody>
      </p:sp>
    </p:spTree>
    <p:extLst>
      <p:ext uri="{BB962C8B-B14F-4D97-AF65-F5344CB8AC3E}">
        <p14:creationId xmlns:p14="http://schemas.microsoft.com/office/powerpoint/2010/main" val="1343786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e[]</a:t>
            </a:r>
          </a:p>
          <a:p>
            <a:pPr lvl="1"/>
            <a:r>
              <a:rPr lang="en-US" sz="1800" dirty="0"/>
              <a:t>Array of size ??? holding error values from sampled sensor values.</a:t>
            </a:r>
          </a:p>
          <a:p>
            <a:pPr lvl="1"/>
            <a:r>
              <a:rPr lang="en-US" sz="1800" dirty="0"/>
              <a:t>Most recent value is held at the end(?)</a:t>
            </a:r>
          </a:p>
          <a:p>
            <a:r>
              <a:rPr lang="en-US" sz="2000" dirty="0"/>
              <a:t>P, I, and D</a:t>
            </a:r>
          </a:p>
          <a:p>
            <a:pPr lvl="1"/>
            <a:r>
              <a:rPr lang="en-US" sz="1800" dirty="0"/>
              <a:t>Gain values for each part of the PID controller.</a:t>
            </a:r>
          </a:p>
          <a:p>
            <a:r>
              <a:rPr lang="en-US" sz="2000" dirty="0"/>
              <a:t>sum</a:t>
            </a:r>
          </a:p>
          <a:p>
            <a:pPr lvl="1"/>
            <a:r>
              <a:rPr lang="en-US" sz="1800" dirty="0"/>
              <a:t>“Integration” of e[] (see “Integral Details” slide) </a:t>
            </a:r>
          </a:p>
          <a:p>
            <a:r>
              <a:rPr lang="en-US" sz="2000" dirty="0"/>
              <a:t>slope</a:t>
            </a:r>
          </a:p>
          <a:p>
            <a:pPr lvl="1"/>
            <a:r>
              <a:rPr lang="en-US" sz="1600" dirty="0"/>
              <a:t>“</a:t>
            </a:r>
            <a:r>
              <a:rPr lang="en-US" sz="1800" dirty="0"/>
              <a:t>Derivative” of e[] (see “Derivative Details” slide)</a:t>
            </a:r>
          </a:p>
          <a:p>
            <a:r>
              <a:rPr lang="en-US" sz="2000" dirty="0" err="1"/>
              <a:t>dutyCycle</a:t>
            </a:r>
            <a:endParaRPr lang="en-US" sz="2000" dirty="0"/>
          </a:p>
          <a:p>
            <a:pPr lvl="1"/>
            <a:r>
              <a:rPr lang="en-US" sz="1800" dirty="0"/>
              <a:t>Final output: gives the Duty Cycle of the PWM signal that needs to be generated (valued from 0 to 255, NOT 100. Because that’s the way the 8-bit-resolution-pwm-cookie crème </a:t>
            </a:r>
            <a:r>
              <a:rPr lang="en-US" sz="1800" dirty="0" err="1"/>
              <a:t>brûlées</a:t>
            </a:r>
            <a:r>
              <a:rPr lang="en-US" sz="1800" dirty="0"/>
              <a:t>)</a:t>
            </a:r>
          </a:p>
          <a:p>
            <a:pPr lvl="1"/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F00E9-D735-AF04-2D61-94F65B36D51C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427114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Duty Cycle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dutyCycle</a:t>
            </a:r>
            <a:r>
              <a:rPr lang="en-US" dirty="0"/>
              <a:t> = P*e[last] + I*sum – D*slope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dutyCycle</a:t>
            </a:r>
            <a:r>
              <a:rPr lang="en-US" dirty="0"/>
              <a:t> &gt; 255)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dutyCycle</a:t>
            </a:r>
            <a:r>
              <a:rPr lang="en-US" dirty="0"/>
              <a:t> = 255;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9794C-4384-8E46-2553-7DAD372C7E89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39921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will keep track of the integration so far.</a:t>
            </a:r>
          </a:p>
          <a:p>
            <a:r>
              <a:rPr lang="en-US" dirty="0"/>
              <a:t>for each new sample:</a:t>
            </a:r>
          </a:p>
          <a:p>
            <a:pPr lvl="1"/>
            <a:r>
              <a:rPr lang="en-US" dirty="0"/>
              <a:t>sum += e[last] //assuming the most recent element is in the last position</a:t>
            </a:r>
          </a:p>
          <a:p>
            <a:r>
              <a:rPr lang="en-US" dirty="0"/>
              <a:t>Additional operations needed to correct overshoot (see “Overshoot Correction”)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BAE20-D9A2-DD2C-9C19-F846D4D58876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68867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 Options to solve for slope (2 is probably best)</a:t>
            </a:r>
          </a:p>
          <a:p>
            <a:r>
              <a:rPr lang="en-US" dirty="0"/>
              <a:t>ACTUALLY, 1 might be best if we </a:t>
            </a:r>
            <a:r>
              <a:rPr lang="en-US" dirty="0" err="1"/>
              <a:t>downsample</a:t>
            </a:r>
            <a:r>
              <a:rPr lang="en-US" dirty="0"/>
              <a:t> before getting </a:t>
            </a:r>
            <a:r>
              <a:rPr lang="en-US"/>
              <a:t>error values.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(most recent e) – (2</a:t>
            </a:r>
            <a:r>
              <a:rPr lang="en-US" baseline="30000" dirty="0"/>
              <a:t>nd</a:t>
            </a:r>
            <a:r>
              <a:rPr lang="en-US" dirty="0"/>
              <a:t> most recent e)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More responsive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Noise can really mess stuff up, and can also be twitchy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(average of N most recent or e[]) – (average of the next N of e[])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Resists noise effects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Slower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762C4-0E9A-8A85-6E79-6E66DE4A72A5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971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Derivative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E60D6-9EBD-1A61-B20C-576B5403A5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Suppose we do option 2 with N = 2:</a:t>
                </a:r>
              </a:p>
              <a:p>
                <a:pPr marL="0" indent="0">
                  <a:buNone/>
                </a:pPr>
                <a:r>
                  <a:rPr lang="en-US" dirty="0"/>
                  <a:t>Old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Now, we shift in the new error, 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 I didn’t simplify the 2b, because the 2 coefficient will not change with the 2 in the denominator.</a:t>
                </a:r>
              </a:p>
              <a:p>
                <a:pPr marL="0" indent="0">
                  <a:buNone/>
                </a:pPr>
                <a:r>
                  <a:rPr lang="en-US" dirty="0"/>
                  <a:t>Other note: forget this stuff, we’ll just average and filter before sending the error to the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E60D6-9EBD-1A61-B20C-576B5403A5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93762C4-0E9A-8A85-6E79-6E66DE4A72A5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249948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Overshoot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cap sum to some value.</a:t>
            </a:r>
          </a:p>
          <a:p>
            <a:r>
              <a:rPr lang="en-US" dirty="0"/>
              <a:t>255 would work but we could probably cap it at a smaller value.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99D0C-4F8A-C496-A5FA-66C0641BA50A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9207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Appropriate Summations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980" y="15208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fl</a:t>
            </a:r>
            <a:r>
              <a:rPr lang="en-US" dirty="0"/>
              <a:t> = Thrust + Yaw - Pitch </a:t>
            </a:r>
            <a:r>
              <a:rPr lang="en-US"/>
              <a:t>+ Roll</a:t>
            </a:r>
            <a:endParaRPr lang="en-US" dirty="0"/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fr</a:t>
            </a:r>
            <a:r>
              <a:rPr lang="en-US" dirty="0"/>
              <a:t> = Thrust - Yaw - Pitch - Roll</a:t>
            </a:r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br</a:t>
            </a:r>
            <a:r>
              <a:rPr lang="en-US" dirty="0"/>
              <a:t> = Thrust - Yaw + Pitch + Roll</a:t>
            </a:r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bl</a:t>
            </a:r>
            <a:r>
              <a:rPr lang="en-US" dirty="0"/>
              <a:t> = Thrust + Yaw + Pitch - Roll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F1A3B-3AC3-E83A-4355-90EFAFAABFA0}"/>
              </a:ext>
            </a:extLst>
          </p:cNvPr>
          <p:cNvSpPr/>
          <p:nvPr/>
        </p:nvSpPr>
        <p:spPr>
          <a:xfrm>
            <a:off x="10375392" y="365125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Appropriate Summations</a:t>
            </a:r>
          </a:p>
        </p:txBody>
      </p:sp>
    </p:spTree>
    <p:extLst>
      <p:ext uri="{BB962C8B-B14F-4D97-AF65-F5344CB8AC3E}">
        <p14:creationId xmlns:p14="http://schemas.microsoft.com/office/powerpoint/2010/main" val="378657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6B37-D093-7AE1-8560-B61F6E27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Duty Cycle to PWM Block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EC7CB-2945-C1A2-881D-08A5DD922239}"/>
              </a:ext>
            </a:extLst>
          </p:cNvPr>
          <p:cNvSpPr/>
          <p:nvPr/>
        </p:nvSpPr>
        <p:spPr>
          <a:xfrm>
            <a:off x="10703814" y="816070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B722CB-98DF-DDEF-3252-E6CF97D49E1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Things to keep in mind: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DutyCycle</a:t>
            </a:r>
            <a:r>
              <a:rPr lang="en-US" dirty="0"/>
              <a:t> &lt;= </a:t>
            </a:r>
            <a:r>
              <a:rPr lang="en-US" dirty="0" err="1"/>
              <a:t>T</a:t>
            </a:r>
            <a:r>
              <a:rPr lang="en-US" baseline="-25000" dirty="0" err="1"/>
              <a:t>sample</a:t>
            </a:r>
            <a:endParaRPr lang="en-US" baseline="-250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DutyCycle</a:t>
            </a:r>
            <a:r>
              <a:rPr lang="en-US" dirty="0"/>
              <a:t> should be some multiple of </a:t>
            </a:r>
            <a:r>
              <a:rPr lang="en-US" dirty="0" err="1"/>
              <a:t>T</a:t>
            </a:r>
            <a:r>
              <a:rPr lang="en-US" baseline="-25000" dirty="0" err="1"/>
              <a:t>sample</a:t>
            </a:r>
            <a:endParaRPr lang="en-US" baseline="-25000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787159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522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Mathematical Model Details</vt:lpstr>
      <vt:lpstr>Overview</vt:lpstr>
      <vt:lpstr>PID Variables</vt:lpstr>
      <vt:lpstr>Duty Cycle Calculation</vt:lpstr>
      <vt:lpstr>Integral Details</vt:lpstr>
      <vt:lpstr>Derivative Details</vt:lpstr>
      <vt:lpstr>MORE Derivative Details</vt:lpstr>
      <vt:lpstr>Overshoot Correction</vt:lpstr>
      <vt:lpstr>Appropriate Summations</vt:lpstr>
      <vt:lpstr>Duty Cycle to PWM Block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Details</dc:title>
  <dc:creator>Brady Schick</dc:creator>
  <cp:lastModifiedBy>Brady Schick</cp:lastModifiedBy>
  <cp:revision>1</cp:revision>
  <dcterms:created xsi:type="dcterms:W3CDTF">2025-09-19T18:17:48Z</dcterms:created>
  <dcterms:modified xsi:type="dcterms:W3CDTF">2025-11-21T14:24:06Z</dcterms:modified>
</cp:coreProperties>
</file>