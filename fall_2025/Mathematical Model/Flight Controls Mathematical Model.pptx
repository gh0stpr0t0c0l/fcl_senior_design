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8" r:id="rId8"/>
    <p:sldId id="265" r:id="rId9"/>
    <p:sldId id="26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C1645-25BF-4125-9DBD-47C0423EEB24}" v="120" dt="2025-09-25T12:44:15.7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119C1645-25BF-4125-9DBD-47C0423EEB24}"/>
    <pc:docChg chg="custSel addSld modSld">
      <pc:chgData name="Brady Schick" userId="b2b33ab7-3f5f-4057-91d3-3d23bb8ba623" providerId="ADAL" clId="{119C1645-25BF-4125-9DBD-47C0423EEB24}" dt="2025-09-26T15:26:38.097" v="381" actId="20577"/>
      <pc:docMkLst>
        <pc:docMk/>
      </pc:docMkLst>
      <pc:sldChg chg="modSp mod">
        <pc:chgData name="Brady Schick" userId="b2b33ab7-3f5f-4057-91d3-3d23bb8ba623" providerId="ADAL" clId="{119C1645-25BF-4125-9DBD-47C0423EEB24}" dt="2025-09-26T15:26:38.097" v="381" actId="20577"/>
        <pc:sldMkLst>
          <pc:docMk/>
          <pc:sldMk cId="9716602" sldId="263"/>
        </pc:sldMkLst>
        <pc:spChg chg="mod">
          <ac:chgData name="Brady Schick" userId="b2b33ab7-3f5f-4057-91d3-3d23bb8ba623" providerId="ADAL" clId="{119C1645-25BF-4125-9DBD-47C0423EEB24}" dt="2025-09-26T15:26:38.097" v="381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119C1645-25BF-4125-9DBD-47C0423EEB24}" dt="2025-09-25T12:45:02.581" v="305" actId="20577"/>
        <pc:sldMkLst>
          <pc:docMk/>
          <pc:sldMk cId="2499484992" sldId="268"/>
        </pc:sldMkLst>
        <pc:spChg chg="mod">
          <ac:chgData name="Brady Schick" userId="b2b33ab7-3f5f-4057-91d3-3d23bb8ba623" providerId="ADAL" clId="{119C1645-25BF-4125-9DBD-47C0423EEB24}" dt="2025-09-25T12:38:15.784" v="5" actId="20577"/>
          <ac:spMkLst>
            <pc:docMk/>
            <pc:sldMk cId="2499484992" sldId="268"/>
            <ac:spMk id="2" creationId="{EC24E606-9007-D956-678B-3A4FAE5CBD8C}"/>
          </ac:spMkLst>
        </pc:spChg>
        <pc:spChg chg="mod">
          <ac:chgData name="Brady Schick" userId="b2b33ab7-3f5f-4057-91d3-3d23bb8ba623" providerId="ADAL" clId="{119C1645-25BF-4125-9DBD-47C0423EEB24}" dt="2025-09-25T12:45:02.581" v="305" actId="20577"/>
          <ac:spMkLst>
            <pc:docMk/>
            <pc:sldMk cId="2499484992" sldId="268"/>
            <ac:spMk id="3" creationId="{6D5E60D6-9EBD-1A61-B20C-576B5403A52F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97396" y="263194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53528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603492" y="3141155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97396" y="3666553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97396" y="4175760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5001006" y="313220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5001006" y="261975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123426" y="2619756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123426" y="3128963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124188" y="3654361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124188" y="4163568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64902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6037326" y="2674528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58790" y="2825496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430518" y="2832262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55180" y="2837688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61276" y="3346895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55180" y="3866197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55180" y="4375404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56326" y="3185117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58790" y="3337942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49518" y="3342851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85994" y="3709445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706112" y="3860101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79186" y="3867179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93945" y="4213864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721733" y="4369308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87137" y="4371598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95928" y="3654361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4011549" y="4163568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717416" y="1553598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429383" y="3971222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09366" y="4232206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123312" y="4533260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89954" y="2794776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608392" y="2585391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76041" y="2652116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49665" y="2809850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69233" y="2809850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42845" y="3145216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3036568" y="3173194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83759" y="3330928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429760" y="3330928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809625" y="3959299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244538" y="3000516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631936" y="283159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69220" y="284148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631936" y="334783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69220" y="335772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631936" y="385247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69220" y="386236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631936" y="436871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69220" y="437860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602980" y="2339092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63822" y="4843440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2594133" y="2592026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2636331" y="2961389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100)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100)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100;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 Options to solve for slope (2 is probably best)</a:t>
            </a:r>
          </a:p>
          <a:p>
            <a:r>
              <a:rPr lang="en-US" dirty="0"/>
              <a:t>ACTUALLY, 1 might be best if we </a:t>
            </a:r>
            <a:r>
              <a:rPr lang="en-US" dirty="0" err="1"/>
              <a:t>downsample</a:t>
            </a:r>
            <a:r>
              <a:rPr lang="en-US" dirty="0"/>
              <a:t> before getting </a:t>
            </a:r>
            <a:r>
              <a:rPr lang="en-US"/>
              <a:t>error values.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Derivative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Suppose we do option 2 with N = 2:</a:t>
                </a:r>
              </a:p>
              <a:p>
                <a:pPr marL="0" indent="0">
                  <a:buNone/>
                </a:pPr>
                <a:r>
                  <a:rPr lang="en-US" dirty="0"/>
                  <a:t>Old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Now, we shift in the new error, 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I didn’t simplify the 2b, because the 2 coefficient will not change with the 2 in </a:t>
                </a:r>
                <a:r>
                  <a:rPr lang="en-US"/>
                  <a:t>the denominator.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249948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100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Duty Cycle values between 0 and 100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538</Words>
  <Application>Microsoft Office PowerPoint</Application>
  <PresentationFormat>Widescreen</PresentationFormat>
  <Paragraphs>100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MORE 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2025-09-26T15:26:40Z</dcterms:modified>
</cp:coreProperties>
</file>